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775" r:id="rId1"/>
  </p:sldMasterIdLst>
  <p:notesMasterIdLst>
    <p:notesMasterId r:id="rId18"/>
  </p:notesMasterIdLst>
  <p:handoutMasterIdLst>
    <p:handoutMasterId r:id="rId19"/>
  </p:handoutMasterIdLst>
  <p:sldIdLst>
    <p:sldId id="2549" r:id="rId2"/>
    <p:sldId id="2552" r:id="rId3"/>
    <p:sldId id="2558" r:id="rId4"/>
    <p:sldId id="2537" r:id="rId5"/>
    <p:sldId id="2555" r:id="rId6"/>
    <p:sldId id="270" r:id="rId7"/>
    <p:sldId id="2559" r:id="rId8"/>
    <p:sldId id="272" r:id="rId9"/>
    <p:sldId id="2561" r:id="rId10"/>
    <p:sldId id="2562" r:id="rId11"/>
    <p:sldId id="2563" r:id="rId12"/>
    <p:sldId id="2564" r:id="rId13"/>
    <p:sldId id="2547" r:id="rId14"/>
    <p:sldId id="2565" r:id="rId15"/>
    <p:sldId id="271" r:id="rId16"/>
    <p:sldId id="2560" r:id="rId17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C5AE76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ED7EC326-C7AA-4453-9430-C9C8D29B0DEA}" v="44" dt="2025-12-03T16:08:45.943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4995" autoAdjust="0"/>
    <p:restoredTop sz="94634" autoAdjust="0"/>
  </p:normalViewPr>
  <p:slideViewPr>
    <p:cSldViewPr snapToGrid="0">
      <p:cViewPr varScale="1">
        <p:scale>
          <a:sx n="78" d="100"/>
          <a:sy n="78" d="100"/>
        </p:scale>
        <p:origin x="878" y="67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notesViewPr>
    <p:cSldViewPr snapToGrid="0">
      <p:cViewPr varScale="1">
        <p:scale>
          <a:sx n="87" d="100"/>
          <a:sy n="87" d="100"/>
        </p:scale>
        <p:origin x="3840" y="66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21" Type="http://schemas.openxmlformats.org/officeDocument/2006/relationships/viewProps" Target="view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microsoft.com/office/2015/10/relationships/revisionInfo" Target="revisionInfo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microsoft.com/office/2016/11/relationships/changesInfo" Target="changesInfos/changesInfo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handoutMaster" Target="handoutMasters/handout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theme" Target="theme/theme1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Monish Kumar" userId="adcd01e34e7983c8" providerId="LiveId" clId="{C4886FF7-A948-4015-ADB5-7CF21190B900}"/>
    <pc:docChg chg="undo custSel delSld modSld">
      <pc:chgData name="Monish Kumar" userId="adcd01e34e7983c8" providerId="LiveId" clId="{C4886FF7-A948-4015-ADB5-7CF21190B900}" dt="2025-12-03T16:08:45.942" v="159"/>
      <pc:docMkLst>
        <pc:docMk/>
      </pc:docMkLst>
      <pc:sldChg chg="modSp mod modTransition">
        <pc:chgData name="Monish Kumar" userId="adcd01e34e7983c8" providerId="LiveId" clId="{C4886FF7-A948-4015-ADB5-7CF21190B900}" dt="2025-12-03T16:05:54.158" v="134"/>
        <pc:sldMkLst>
          <pc:docMk/>
          <pc:sldMk cId="3230876521" sldId="270"/>
        </pc:sldMkLst>
        <pc:picChg chg="mod">
          <ac:chgData name="Monish Kumar" userId="adcd01e34e7983c8" providerId="LiveId" clId="{C4886FF7-A948-4015-ADB5-7CF21190B900}" dt="2025-12-03T15:42:32.614" v="26" actId="1076"/>
          <ac:picMkLst>
            <pc:docMk/>
            <pc:sldMk cId="3230876521" sldId="270"/>
            <ac:picMk id="4" creationId="{722D1666-FB29-A785-4271-790AE15C87C4}"/>
          </ac:picMkLst>
        </pc:picChg>
        <pc:picChg chg="mod">
          <ac:chgData name="Monish Kumar" userId="adcd01e34e7983c8" providerId="LiveId" clId="{C4886FF7-A948-4015-ADB5-7CF21190B900}" dt="2025-12-03T15:42:26.146" v="25" actId="1076"/>
          <ac:picMkLst>
            <pc:docMk/>
            <pc:sldMk cId="3230876521" sldId="270"/>
            <ac:picMk id="6" creationId="{972583E7-00D9-EA03-539B-569030C1BB67}"/>
          </ac:picMkLst>
        </pc:picChg>
      </pc:sldChg>
      <pc:sldChg chg="modTransition">
        <pc:chgData name="Monish Kumar" userId="adcd01e34e7983c8" providerId="LiveId" clId="{C4886FF7-A948-4015-ADB5-7CF21190B900}" dt="2025-12-03T16:07:21.633" v="144"/>
        <pc:sldMkLst>
          <pc:docMk/>
          <pc:sldMk cId="4050992712" sldId="271"/>
        </pc:sldMkLst>
      </pc:sldChg>
      <pc:sldChg chg="modSp mod modTransition">
        <pc:chgData name="Monish Kumar" userId="adcd01e34e7983c8" providerId="LiveId" clId="{C4886FF7-A948-4015-ADB5-7CF21190B900}" dt="2025-12-03T16:06:18.039" v="136"/>
        <pc:sldMkLst>
          <pc:docMk/>
          <pc:sldMk cId="1539608862" sldId="272"/>
        </pc:sldMkLst>
        <pc:spChg chg="mod">
          <ac:chgData name="Monish Kumar" userId="adcd01e34e7983c8" providerId="LiveId" clId="{C4886FF7-A948-4015-ADB5-7CF21190B900}" dt="2025-12-03T15:43:38.456" v="30" actId="1076"/>
          <ac:spMkLst>
            <pc:docMk/>
            <pc:sldMk cId="1539608862" sldId="272"/>
            <ac:spMk id="2" creationId="{D5C7A8ED-CA98-4644-AF2D-8C0F21F7EA34}"/>
          </ac:spMkLst>
        </pc:spChg>
        <pc:spChg chg="mod">
          <ac:chgData name="Monish Kumar" userId="adcd01e34e7983c8" providerId="LiveId" clId="{C4886FF7-A948-4015-ADB5-7CF21190B900}" dt="2025-12-03T15:43:30.904" v="29" actId="1076"/>
          <ac:spMkLst>
            <pc:docMk/>
            <pc:sldMk cId="1539608862" sldId="272"/>
            <ac:spMk id="3" creationId="{3D12556B-F5FB-4FD7-B7D7-CA0BCE6815FC}"/>
          </ac:spMkLst>
        </pc:spChg>
        <pc:spChg chg="mod">
          <ac:chgData name="Monish Kumar" userId="adcd01e34e7983c8" providerId="LiveId" clId="{C4886FF7-A948-4015-ADB5-7CF21190B900}" dt="2025-12-03T15:44:09.554" v="31" actId="1076"/>
          <ac:spMkLst>
            <pc:docMk/>
            <pc:sldMk cId="1539608862" sldId="272"/>
            <ac:spMk id="9" creationId="{9490B673-7CAD-69B5-F645-FC197D57C778}"/>
          </ac:spMkLst>
        </pc:spChg>
      </pc:sldChg>
      <pc:sldChg chg="modTransition">
        <pc:chgData name="Monish Kumar" userId="adcd01e34e7983c8" providerId="LiveId" clId="{C4886FF7-A948-4015-ADB5-7CF21190B900}" dt="2025-12-03T16:05:34.760" v="132"/>
        <pc:sldMkLst>
          <pc:docMk/>
          <pc:sldMk cId="287123219" sldId="2537"/>
        </pc:sldMkLst>
      </pc:sldChg>
      <pc:sldChg chg="del">
        <pc:chgData name="Monish Kumar" userId="adcd01e34e7983c8" providerId="LiveId" clId="{C4886FF7-A948-4015-ADB5-7CF21190B900}" dt="2025-12-03T15:42:59.671" v="27" actId="47"/>
        <pc:sldMkLst>
          <pc:docMk/>
          <pc:sldMk cId="1315040610" sldId="2538"/>
        </pc:sldMkLst>
      </pc:sldChg>
      <pc:sldChg chg="addSp modSp mod modTransition">
        <pc:chgData name="Monish Kumar" userId="adcd01e34e7983c8" providerId="LiveId" clId="{C4886FF7-A948-4015-ADB5-7CF21190B900}" dt="2025-12-03T16:06:58.047" v="142"/>
        <pc:sldMkLst>
          <pc:docMk/>
          <pc:sldMk cId="2345680055" sldId="2547"/>
        </pc:sldMkLst>
        <pc:picChg chg="add mod">
          <ac:chgData name="Monish Kumar" userId="adcd01e34e7983c8" providerId="LiveId" clId="{C4886FF7-A948-4015-ADB5-7CF21190B900}" dt="2025-12-03T15:48:10.075" v="44" actId="14100"/>
          <ac:picMkLst>
            <pc:docMk/>
            <pc:sldMk cId="2345680055" sldId="2547"/>
            <ac:picMk id="3" creationId="{3542846C-16D1-A363-AE0C-F843BBC7EEAD}"/>
          </ac:picMkLst>
        </pc:picChg>
      </pc:sldChg>
      <pc:sldChg chg="addSp modSp mod modTransition">
        <pc:chgData name="Monish Kumar" userId="adcd01e34e7983c8" providerId="LiveId" clId="{C4886FF7-A948-4015-ADB5-7CF21190B900}" dt="2025-12-03T16:05:14.464" v="129"/>
        <pc:sldMkLst>
          <pc:docMk/>
          <pc:sldMk cId="1564110906" sldId="2549"/>
        </pc:sldMkLst>
        <pc:picChg chg="add mod">
          <ac:chgData name="Monish Kumar" userId="adcd01e34e7983c8" providerId="LiveId" clId="{C4886FF7-A948-4015-ADB5-7CF21190B900}" dt="2025-11-26T13:19:40.345" v="10" actId="14100"/>
          <ac:picMkLst>
            <pc:docMk/>
            <pc:sldMk cId="1564110906" sldId="2549"/>
            <ac:picMk id="2" creationId="{CBA6D542-2CBF-486B-C438-607B816917E9}"/>
          </ac:picMkLst>
        </pc:picChg>
      </pc:sldChg>
      <pc:sldChg chg="modTransition">
        <pc:chgData name="Monish Kumar" userId="adcd01e34e7983c8" providerId="LiveId" clId="{C4886FF7-A948-4015-ADB5-7CF21190B900}" dt="2025-12-03T16:05:23.006" v="130"/>
        <pc:sldMkLst>
          <pc:docMk/>
          <pc:sldMk cId="307285950" sldId="2552"/>
        </pc:sldMkLst>
      </pc:sldChg>
      <pc:sldChg chg="modSp mod modTransition">
        <pc:chgData name="Monish Kumar" userId="adcd01e34e7983c8" providerId="LiveId" clId="{C4886FF7-A948-4015-ADB5-7CF21190B900}" dt="2025-12-03T16:05:40.254" v="133"/>
        <pc:sldMkLst>
          <pc:docMk/>
          <pc:sldMk cId="3594982849" sldId="2555"/>
        </pc:sldMkLst>
        <pc:spChg chg="mod">
          <ac:chgData name="Monish Kumar" userId="adcd01e34e7983c8" providerId="LiveId" clId="{C4886FF7-A948-4015-ADB5-7CF21190B900}" dt="2025-11-26T04:02:41.752" v="3" actId="1035"/>
          <ac:spMkLst>
            <pc:docMk/>
            <pc:sldMk cId="3594982849" sldId="2555"/>
            <ac:spMk id="2" creationId="{803EBD9F-B88A-DC40-9E37-35CE23CC3A6E}"/>
          </ac:spMkLst>
        </pc:spChg>
      </pc:sldChg>
      <pc:sldChg chg="modSp mod modTransition">
        <pc:chgData name="Monish Kumar" userId="adcd01e34e7983c8" providerId="LiveId" clId="{C4886FF7-A948-4015-ADB5-7CF21190B900}" dt="2025-12-03T16:05:30.190" v="131"/>
        <pc:sldMkLst>
          <pc:docMk/>
          <pc:sldMk cId="492756523" sldId="2558"/>
        </pc:sldMkLst>
        <pc:spChg chg="mod">
          <ac:chgData name="Monish Kumar" userId="adcd01e34e7983c8" providerId="LiveId" clId="{C4886FF7-A948-4015-ADB5-7CF21190B900}" dt="2025-12-03T15:42:07.584" v="24" actId="20577"/>
          <ac:spMkLst>
            <pc:docMk/>
            <pc:sldMk cId="492756523" sldId="2558"/>
            <ac:spMk id="3" creationId="{8786DAAE-C08D-46E3-A8CE-2D266D3974F7}"/>
          </ac:spMkLst>
        </pc:spChg>
      </pc:sldChg>
      <pc:sldChg chg="modSp mod modTransition">
        <pc:chgData name="Monish Kumar" userId="adcd01e34e7983c8" providerId="LiveId" clId="{C4886FF7-A948-4015-ADB5-7CF21190B900}" dt="2025-12-03T16:06:12.422" v="135"/>
        <pc:sldMkLst>
          <pc:docMk/>
          <pc:sldMk cId="1706543715" sldId="2559"/>
        </pc:sldMkLst>
        <pc:graphicFrameChg chg="modGraphic">
          <ac:chgData name="Monish Kumar" userId="adcd01e34e7983c8" providerId="LiveId" clId="{C4886FF7-A948-4015-ADB5-7CF21190B900}" dt="2025-11-26T13:22:13.585" v="11" actId="20577"/>
          <ac:graphicFrameMkLst>
            <pc:docMk/>
            <pc:sldMk cId="1706543715" sldId="2559"/>
            <ac:graphicFrameMk id="4" creationId="{F71B10C4-D0A8-414E-9F4A-2CAD9414BC1A}"/>
          </ac:graphicFrameMkLst>
        </pc:graphicFrameChg>
      </pc:sldChg>
      <pc:sldChg chg="addSp delSp modSp mod modTransition">
        <pc:chgData name="Monish Kumar" userId="adcd01e34e7983c8" providerId="LiveId" clId="{C4886FF7-A948-4015-ADB5-7CF21190B900}" dt="2025-12-03T16:08:45.942" v="159"/>
        <pc:sldMkLst>
          <pc:docMk/>
          <pc:sldMk cId="3642316358" sldId="2560"/>
        </pc:sldMkLst>
        <pc:spChg chg="mod">
          <ac:chgData name="Monish Kumar" userId="adcd01e34e7983c8" providerId="LiveId" clId="{C4886FF7-A948-4015-ADB5-7CF21190B900}" dt="2025-12-03T15:51:07.315" v="74" actId="20577"/>
          <ac:spMkLst>
            <pc:docMk/>
            <pc:sldMk cId="3642316358" sldId="2560"/>
            <ac:spMk id="3" creationId="{14D9E47F-41E0-4FE3-891C-B53FBC82D7F3}"/>
          </ac:spMkLst>
        </pc:spChg>
        <pc:spChg chg="add del mod">
          <ac:chgData name="Monish Kumar" userId="adcd01e34e7983c8" providerId="LiveId" clId="{C4886FF7-A948-4015-ADB5-7CF21190B900}" dt="2025-12-03T15:51:35.165" v="76" actId="478"/>
          <ac:spMkLst>
            <pc:docMk/>
            <pc:sldMk cId="3642316358" sldId="2560"/>
            <ac:spMk id="4" creationId="{8BA395DC-A21E-3D14-CD83-5E50B2AF704E}"/>
          </ac:spMkLst>
        </pc:spChg>
        <pc:spChg chg="add mod">
          <ac:chgData name="Monish Kumar" userId="adcd01e34e7983c8" providerId="LiveId" clId="{C4886FF7-A948-4015-ADB5-7CF21190B900}" dt="2025-12-03T16:03:57.254" v="120" actId="20577"/>
          <ac:spMkLst>
            <pc:docMk/>
            <pc:sldMk cId="3642316358" sldId="2560"/>
            <ac:spMk id="6" creationId="{23168893-00D0-7635-847E-4116D28C4ED7}"/>
          </ac:spMkLst>
        </pc:spChg>
        <pc:spChg chg="add del mod">
          <ac:chgData name="Monish Kumar" userId="adcd01e34e7983c8" providerId="LiveId" clId="{C4886FF7-A948-4015-ADB5-7CF21190B900}" dt="2025-12-03T16:02:31.218" v="81" actId="22"/>
          <ac:spMkLst>
            <pc:docMk/>
            <pc:sldMk cId="3642316358" sldId="2560"/>
            <ac:spMk id="9" creationId="{300474AD-8093-0508-3CE2-6AC964DCF6B9}"/>
          </ac:spMkLst>
        </pc:spChg>
        <pc:graphicFrameChg chg="add del">
          <ac:chgData name="Monish Kumar" userId="adcd01e34e7983c8" providerId="LiveId" clId="{C4886FF7-A948-4015-ADB5-7CF21190B900}" dt="2025-12-03T16:02:04.970" v="77" actId="478"/>
          <ac:graphicFrameMkLst>
            <pc:docMk/>
            <pc:sldMk cId="3642316358" sldId="2560"/>
            <ac:graphicFrameMk id="8" creationId="{95EB8840-1974-5C4F-A503-A801266AD924}"/>
          </ac:graphicFrameMkLst>
        </pc:graphicFrameChg>
      </pc:sldChg>
      <pc:sldChg chg="modTransition">
        <pc:chgData name="Monish Kumar" userId="adcd01e34e7983c8" providerId="LiveId" clId="{C4886FF7-A948-4015-ADB5-7CF21190B900}" dt="2025-12-03T16:06:24.878" v="137"/>
        <pc:sldMkLst>
          <pc:docMk/>
          <pc:sldMk cId="2184154967" sldId="2561"/>
        </pc:sldMkLst>
      </pc:sldChg>
      <pc:sldChg chg="modTransition">
        <pc:chgData name="Monish Kumar" userId="adcd01e34e7983c8" providerId="LiveId" clId="{C4886FF7-A948-4015-ADB5-7CF21190B900}" dt="2025-12-03T16:06:29.544" v="138"/>
        <pc:sldMkLst>
          <pc:docMk/>
          <pc:sldMk cId="4264717805" sldId="2562"/>
        </pc:sldMkLst>
      </pc:sldChg>
      <pc:sldChg chg="modSp mod modTransition">
        <pc:chgData name="Monish Kumar" userId="adcd01e34e7983c8" providerId="LiveId" clId="{C4886FF7-A948-4015-ADB5-7CF21190B900}" dt="2025-12-03T16:06:38.926" v="139"/>
        <pc:sldMkLst>
          <pc:docMk/>
          <pc:sldMk cId="2056392568" sldId="2563"/>
        </pc:sldMkLst>
        <pc:spChg chg="mod">
          <ac:chgData name="Monish Kumar" userId="adcd01e34e7983c8" providerId="LiveId" clId="{C4886FF7-A948-4015-ADB5-7CF21190B900}" dt="2025-11-26T04:03:34.954" v="5" actId="313"/>
          <ac:spMkLst>
            <pc:docMk/>
            <pc:sldMk cId="2056392568" sldId="2563"/>
            <ac:spMk id="2" creationId="{1D70006E-F184-105E-60FC-B369BF7933DA}"/>
          </ac:spMkLst>
        </pc:spChg>
        <pc:spChg chg="mod">
          <ac:chgData name="Monish Kumar" userId="adcd01e34e7983c8" providerId="LiveId" clId="{C4886FF7-A948-4015-ADB5-7CF21190B900}" dt="2025-12-03T15:44:45.535" v="33" actId="1076"/>
          <ac:spMkLst>
            <pc:docMk/>
            <pc:sldMk cId="2056392568" sldId="2563"/>
            <ac:spMk id="3" creationId="{0FA52D9E-2B4A-7EDB-255B-59C33D01F83A}"/>
          </ac:spMkLst>
        </pc:spChg>
      </pc:sldChg>
      <pc:sldChg chg="modSp mod modTransition">
        <pc:chgData name="Monish Kumar" userId="adcd01e34e7983c8" providerId="LiveId" clId="{C4886FF7-A948-4015-ADB5-7CF21190B900}" dt="2025-12-03T16:06:49.519" v="141"/>
        <pc:sldMkLst>
          <pc:docMk/>
          <pc:sldMk cId="749330694" sldId="2564"/>
        </pc:sldMkLst>
        <pc:spChg chg="mod">
          <ac:chgData name="Monish Kumar" userId="adcd01e34e7983c8" providerId="LiveId" clId="{C4886FF7-A948-4015-ADB5-7CF21190B900}" dt="2025-12-03T15:44:58.030" v="34" actId="1076"/>
          <ac:spMkLst>
            <pc:docMk/>
            <pc:sldMk cId="749330694" sldId="2564"/>
            <ac:spMk id="3" creationId="{3148E701-A4BF-41FD-743B-5CB83E7633F0}"/>
          </ac:spMkLst>
        </pc:spChg>
      </pc:sldChg>
      <pc:sldChg chg="addSp modSp mod modTransition">
        <pc:chgData name="Monish Kumar" userId="adcd01e34e7983c8" providerId="LiveId" clId="{C4886FF7-A948-4015-ADB5-7CF21190B900}" dt="2025-12-03T16:07:09.351" v="143"/>
        <pc:sldMkLst>
          <pc:docMk/>
          <pc:sldMk cId="3547875907" sldId="2565"/>
        </pc:sldMkLst>
        <pc:picChg chg="add mod">
          <ac:chgData name="Monish Kumar" userId="adcd01e34e7983c8" providerId="LiveId" clId="{C4886FF7-A948-4015-ADB5-7CF21190B900}" dt="2025-12-03T15:50:40.375" v="66" actId="14100"/>
          <ac:picMkLst>
            <pc:docMk/>
            <pc:sldMk cId="3547875907" sldId="2565"/>
            <ac:picMk id="4" creationId="{A8A85F42-FE56-9487-0345-584D0D407FFF}"/>
          </ac:picMkLst>
        </pc:picChg>
        <pc:picChg chg="add mod">
          <ac:chgData name="Monish Kumar" userId="adcd01e34e7983c8" providerId="LiveId" clId="{C4886FF7-A948-4015-ADB5-7CF21190B900}" dt="2025-12-03T15:50:33.871" v="65" actId="14100"/>
          <ac:picMkLst>
            <pc:docMk/>
            <pc:sldMk cId="3547875907" sldId="2565"/>
            <ac:picMk id="6" creationId="{2A386FDA-2157-78EB-7D22-B209338FFE8F}"/>
          </ac:picMkLst>
        </pc:picChg>
      </pc:sldChg>
    </pc:docChg>
  </pc:docChgLst>
</pc:chgInfo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63085546-7C7C-4B3E-ABEB-2669F1A65FB2}" type="doc">
      <dgm:prSet loTypeId="urn:microsoft.com/office/officeart/2017/3/layout/DropPinTimeline" loCatId="process" qsTypeId="urn:microsoft.com/office/officeart/2005/8/quickstyle/simple2" qsCatId="simple" csTypeId="urn:microsoft.com/office/officeart/2005/8/colors/accent1_2" csCatId="accent1" phldr="1"/>
      <dgm:spPr/>
      <dgm:t>
        <a:bodyPr/>
        <a:lstStyle/>
        <a:p>
          <a:endParaRPr lang="en-US"/>
        </a:p>
      </dgm:t>
    </dgm:pt>
    <dgm:pt modelId="{9DCEA5FC-4640-45AF-B712-7A4FD94AEF0D}">
      <dgm:prSet phldrT="[Text]" custT="1"/>
      <dgm:spPr/>
      <dgm:t>
        <a:bodyPr/>
        <a:lstStyle/>
        <a:p>
          <a:pPr>
            <a:defRPr b="1"/>
          </a:pPr>
          <a:br>
            <a:rPr lang="en-US" sz="2000" dirty="0">
              <a:solidFill>
                <a:schemeClr val="bg1"/>
              </a:solidFill>
            </a:rPr>
          </a:br>
          <a:r>
            <a:rPr lang="en-US" sz="2000" dirty="0">
              <a:solidFill>
                <a:schemeClr val="bg1"/>
              </a:solidFill>
            </a:rPr>
            <a:t>Module-1</a:t>
          </a:r>
        </a:p>
      </dgm:t>
    </dgm:pt>
    <dgm:pt modelId="{929A5FD9-0612-4B79-9B59-C3C36D34A069}" type="parTrans" cxnId="{DBD99269-D7F7-4B47-B17B-A5AE402751D9}">
      <dgm:prSet/>
      <dgm:spPr/>
      <dgm:t>
        <a:bodyPr/>
        <a:lstStyle/>
        <a:p>
          <a:endParaRPr lang="en-US">
            <a:solidFill>
              <a:schemeClr val="bg1"/>
            </a:solidFill>
          </a:endParaRPr>
        </a:p>
      </dgm:t>
    </dgm:pt>
    <dgm:pt modelId="{0A99745B-BB5C-49B3-A782-8DB57641F6C9}" type="sibTrans" cxnId="{DBD99269-D7F7-4B47-B17B-A5AE402751D9}">
      <dgm:prSet/>
      <dgm:spPr/>
      <dgm:t>
        <a:bodyPr/>
        <a:lstStyle/>
        <a:p>
          <a:endParaRPr lang="en-US">
            <a:solidFill>
              <a:schemeClr val="bg1"/>
            </a:solidFill>
          </a:endParaRPr>
        </a:p>
      </dgm:t>
    </dgm:pt>
    <dgm:pt modelId="{831701CF-77C7-46C0-A913-8CC39517BAB8}">
      <dgm:prSet phldrT="[Text]" custT="1"/>
      <dgm:spPr/>
      <dgm:t>
        <a:bodyPr/>
        <a:lstStyle/>
        <a:p>
          <a:r>
            <a:rPr lang="en-US" sz="1800" dirty="0">
              <a:solidFill>
                <a:schemeClr val="bg1"/>
              </a:solidFill>
            </a:rPr>
            <a:t>Login System using </a:t>
          </a:r>
        </a:p>
        <a:p>
          <a:r>
            <a:rPr lang="en-US" sz="1800" dirty="0">
              <a:solidFill>
                <a:schemeClr val="bg1"/>
              </a:solidFill>
            </a:rPr>
            <a:t>Firebase Authentication</a:t>
          </a:r>
        </a:p>
      </dgm:t>
    </dgm:pt>
    <dgm:pt modelId="{13FBC60D-3EA6-4496-BA97-C1AE8C7F8961}" type="parTrans" cxnId="{39A11E5C-7A57-4117-A6DF-36000C29509C}">
      <dgm:prSet/>
      <dgm:spPr/>
      <dgm:t>
        <a:bodyPr/>
        <a:lstStyle/>
        <a:p>
          <a:endParaRPr lang="en-US">
            <a:solidFill>
              <a:schemeClr val="bg1"/>
            </a:solidFill>
          </a:endParaRPr>
        </a:p>
      </dgm:t>
    </dgm:pt>
    <dgm:pt modelId="{75156CDF-E17B-4DAD-AE37-EA44D7F37090}" type="sibTrans" cxnId="{39A11E5C-7A57-4117-A6DF-36000C29509C}">
      <dgm:prSet/>
      <dgm:spPr/>
      <dgm:t>
        <a:bodyPr/>
        <a:lstStyle/>
        <a:p>
          <a:endParaRPr lang="en-US">
            <a:solidFill>
              <a:schemeClr val="bg1"/>
            </a:solidFill>
          </a:endParaRPr>
        </a:p>
      </dgm:t>
    </dgm:pt>
    <dgm:pt modelId="{096A9AF0-0DAE-4EB3-B448-4501DA034F4A}">
      <dgm:prSet phldrT="[Text]" custT="1"/>
      <dgm:spPr/>
      <dgm:t>
        <a:bodyPr/>
        <a:lstStyle/>
        <a:p>
          <a:pPr>
            <a:defRPr b="1"/>
          </a:pPr>
          <a:r>
            <a:rPr lang="en-US" sz="2000" dirty="0">
              <a:solidFill>
                <a:schemeClr val="bg1"/>
              </a:solidFill>
            </a:rPr>
            <a:t>Module-2</a:t>
          </a:r>
          <a:br>
            <a:rPr lang="en-US" sz="2000" dirty="0">
              <a:solidFill>
                <a:schemeClr val="bg1"/>
              </a:solidFill>
            </a:rPr>
          </a:br>
          <a:endParaRPr lang="en-US" sz="2000" dirty="0">
            <a:solidFill>
              <a:schemeClr val="bg1"/>
            </a:solidFill>
          </a:endParaRPr>
        </a:p>
      </dgm:t>
    </dgm:pt>
    <dgm:pt modelId="{8CE6ABD6-768E-42C8-9029-C3B5F278B21C}" type="parTrans" cxnId="{CA0753BD-DB60-4D68-8486-5B376B839B26}">
      <dgm:prSet/>
      <dgm:spPr/>
      <dgm:t>
        <a:bodyPr/>
        <a:lstStyle/>
        <a:p>
          <a:endParaRPr lang="en-US">
            <a:solidFill>
              <a:schemeClr val="bg1"/>
            </a:solidFill>
          </a:endParaRPr>
        </a:p>
      </dgm:t>
    </dgm:pt>
    <dgm:pt modelId="{6B0D7DA9-E6ED-4137-9716-F48BF62327A8}" type="sibTrans" cxnId="{CA0753BD-DB60-4D68-8486-5B376B839B26}">
      <dgm:prSet/>
      <dgm:spPr/>
      <dgm:t>
        <a:bodyPr/>
        <a:lstStyle/>
        <a:p>
          <a:endParaRPr lang="en-US">
            <a:solidFill>
              <a:schemeClr val="bg1"/>
            </a:solidFill>
          </a:endParaRPr>
        </a:p>
      </dgm:t>
    </dgm:pt>
    <dgm:pt modelId="{CA6B1BA0-B2FC-48AD-8EDA-F4AAA4AF2782}">
      <dgm:prSet custT="1"/>
      <dgm:spPr/>
      <dgm:t>
        <a:bodyPr/>
        <a:lstStyle/>
        <a:p>
          <a:pPr>
            <a:defRPr b="1"/>
          </a:pPr>
          <a:r>
            <a:rPr lang="en-US" sz="2000" dirty="0">
              <a:solidFill>
                <a:schemeClr val="bg1"/>
              </a:solidFill>
            </a:rPr>
            <a:t>Module-4</a:t>
          </a:r>
        </a:p>
      </dgm:t>
    </dgm:pt>
    <dgm:pt modelId="{D7D3AA07-BCB9-4212-A556-E90870FB1413}" type="parTrans" cxnId="{CD6B6EE8-3813-4EF1-BFEC-C005A3326D63}">
      <dgm:prSet/>
      <dgm:spPr/>
      <dgm:t>
        <a:bodyPr/>
        <a:lstStyle/>
        <a:p>
          <a:endParaRPr lang="en-US">
            <a:solidFill>
              <a:schemeClr val="bg1"/>
            </a:solidFill>
          </a:endParaRPr>
        </a:p>
      </dgm:t>
    </dgm:pt>
    <dgm:pt modelId="{39FB540D-D808-4040-9A37-0AC474C0212F}" type="sibTrans" cxnId="{CD6B6EE8-3813-4EF1-BFEC-C005A3326D63}">
      <dgm:prSet/>
      <dgm:spPr/>
      <dgm:t>
        <a:bodyPr/>
        <a:lstStyle/>
        <a:p>
          <a:endParaRPr lang="en-US">
            <a:solidFill>
              <a:schemeClr val="bg1"/>
            </a:solidFill>
          </a:endParaRPr>
        </a:p>
      </dgm:t>
    </dgm:pt>
    <dgm:pt modelId="{92921081-529B-4D1C-83A4-C416BB4C5224}">
      <dgm:prSet custT="1"/>
      <dgm:spPr/>
      <dgm:t>
        <a:bodyPr/>
        <a:lstStyle/>
        <a:p>
          <a:r>
            <a:rPr lang="en-US" sz="1800" dirty="0">
              <a:solidFill>
                <a:schemeClr val="bg1"/>
              </a:solidFill>
            </a:rPr>
            <a:t>Pet Selection &amp; Registration</a:t>
          </a:r>
        </a:p>
      </dgm:t>
    </dgm:pt>
    <dgm:pt modelId="{5AD2C2F8-A1D7-469B-93D8-B578BEFE51F8}" type="parTrans" cxnId="{B05C4C7C-FEB8-4825-98A0-C38D3021918A}">
      <dgm:prSet/>
      <dgm:spPr/>
      <dgm:t>
        <a:bodyPr/>
        <a:lstStyle/>
        <a:p>
          <a:endParaRPr lang="en-US">
            <a:solidFill>
              <a:schemeClr val="bg1"/>
            </a:solidFill>
          </a:endParaRPr>
        </a:p>
      </dgm:t>
    </dgm:pt>
    <dgm:pt modelId="{ECC13403-1F53-4ED4-AE4F-334EEC7C8710}" type="sibTrans" cxnId="{B05C4C7C-FEB8-4825-98A0-C38D3021918A}">
      <dgm:prSet/>
      <dgm:spPr/>
      <dgm:t>
        <a:bodyPr/>
        <a:lstStyle/>
        <a:p>
          <a:endParaRPr lang="en-US">
            <a:solidFill>
              <a:schemeClr val="bg1"/>
            </a:solidFill>
          </a:endParaRPr>
        </a:p>
      </dgm:t>
    </dgm:pt>
    <dgm:pt modelId="{3CB04A44-4013-4CA7-90FD-29AFC3C15E37}">
      <dgm:prSet custT="1"/>
      <dgm:spPr/>
      <dgm:t>
        <a:bodyPr/>
        <a:lstStyle/>
        <a:p>
          <a:r>
            <a:rPr lang="en-US" sz="1800" dirty="0">
              <a:solidFill>
                <a:schemeClr val="bg1"/>
              </a:solidFill>
            </a:rPr>
            <a:t>Interactive Features</a:t>
          </a:r>
        </a:p>
      </dgm:t>
    </dgm:pt>
    <dgm:pt modelId="{ECEE936A-E3CC-4209-BECC-1CD0C85A2B72}" type="parTrans" cxnId="{24A8F052-3377-4BA4-8C62-CCF5039C85D7}">
      <dgm:prSet/>
      <dgm:spPr/>
      <dgm:t>
        <a:bodyPr/>
        <a:lstStyle/>
        <a:p>
          <a:endParaRPr lang="en-US">
            <a:solidFill>
              <a:schemeClr val="bg1"/>
            </a:solidFill>
          </a:endParaRPr>
        </a:p>
      </dgm:t>
    </dgm:pt>
    <dgm:pt modelId="{D7A8F7A0-47A3-4464-B3B7-E0806DF46627}" type="sibTrans" cxnId="{24A8F052-3377-4BA4-8C62-CCF5039C85D7}">
      <dgm:prSet/>
      <dgm:spPr/>
      <dgm:t>
        <a:bodyPr/>
        <a:lstStyle/>
        <a:p>
          <a:endParaRPr lang="en-US">
            <a:solidFill>
              <a:schemeClr val="bg1"/>
            </a:solidFill>
          </a:endParaRPr>
        </a:p>
      </dgm:t>
    </dgm:pt>
    <dgm:pt modelId="{212ADAAB-D5CB-4BBC-8DAF-7340FD334994}">
      <dgm:prSet custT="1"/>
      <dgm:spPr/>
      <dgm:t>
        <a:bodyPr/>
        <a:lstStyle/>
        <a:p>
          <a:pPr>
            <a:defRPr b="1"/>
          </a:pPr>
          <a:r>
            <a:rPr lang="en-US" sz="2000" dirty="0">
              <a:solidFill>
                <a:schemeClr val="bg1"/>
              </a:solidFill>
            </a:rPr>
            <a:t>Module-5</a:t>
          </a:r>
        </a:p>
      </dgm:t>
    </dgm:pt>
    <dgm:pt modelId="{45F6D312-A686-491E-95E3-EFB9640CC472}" type="parTrans" cxnId="{C8C7266C-2A0C-476A-85B3-F12BE2521F4C}">
      <dgm:prSet/>
      <dgm:spPr/>
      <dgm:t>
        <a:bodyPr/>
        <a:lstStyle/>
        <a:p>
          <a:endParaRPr lang="en-US">
            <a:solidFill>
              <a:schemeClr val="bg1"/>
            </a:solidFill>
          </a:endParaRPr>
        </a:p>
      </dgm:t>
    </dgm:pt>
    <dgm:pt modelId="{AB2787E4-2A8B-428D-A4AE-2B14DCFFC4E7}" type="sibTrans" cxnId="{C8C7266C-2A0C-476A-85B3-F12BE2521F4C}">
      <dgm:prSet/>
      <dgm:spPr/>
      <dgm:t>
        <a:bodyPr/>
        <a:lstStyle/>
        <a:p>
          <a:endParaRPr lang="en-US">
            <a:solidFill>
              <a:schemeClr val="bg1"/>
            </a:solidFill>
          </a:endParaRPr>
        </a:p>
      </dgm:t>
    </dgm:pt>
    <dgm:pt modelId="{2AEE5C11-34AE-4EB7-8907-9BED418EA471}">
      <dgm:prSet custT="1"/>
      <dgm:spPr/>
      <dgm:t>
        <a:bodyPr/>
        <a:lstStyle/>
        <a:p>
          <a:r>
            <a:rPr lang="en-US" sz="2000" dirty="0">
              <a:solidFill>
                <a:schemeClr val="bg1"/>
              </a:solidFill>
            </a:rPr>
            <a:t>Integrated AI Assistant</a:t>
          </a:r>
        </a:p>
      </dgm:t>
    </dgm:pt>
    <dgm:pt modelId="{2E14AD1F-C7EA-45AE-ADC0-0EE92A6516CB}" type="parTrans" cxnId="{DD687B5C-28C8-4088-99B8-D375C5FDAE4A}">
      <dgm:prSet/>
      <dgm:spPr/>
      <dgm:t>
        <a:bodyPr/>
        <a:lstStyle/>
        <a:p>
          <a:endParaRPr lang="en-US">
            <a:solidFill>
              <a:schemeClr val="bg1"/>
            </a:solidFill>
          </a:endParaRPr>
        </a:p>
      </dgm:t>
    </dgm:pt>
    <dgm:pt modelId="{F36FDDA0-6B91-47CB-8114-B6F076E55FC8}" type="sibTrans" cxnId="{DD687B5C-28C8-4088-99B8-D375C5FDAE4A}">
      <dgm:prSet/>
      <dgm:spPr/>
      <dgm:t>
        <a:bodyPr/>
        <a:lstStyle/>
        <a:p>
          <a:endParaRPr lang="en-US">
            <a:solidFill>
              <a:schemeClr val="bg1"/>
            </a:solidFill>
          </a:endParaRPr>
        </a:p>
      </dgm:t>
    </dgm:pt>
    <dgm:pt modelId="{A2560FD2-F12F-4A06-A96F-B86674952111}">
      <dgm:prSet/>
      <dgm:spPr/>
      <dgm:t>
        <a:bodyPr/>
        <a:lstStyle/>
        <a:p>
          <a:pPr>
            <a:defRPr b="1"/>
          </a:pPr>
          <a:endParaRPr lang="en-US" b="0" i="1" dirty="0">
            <a:solidFill>
              <a:schemeClr val="bg1"/>
            </a:solidFill>
          </a:endParaRPr>
        </a:p>
      </dgm:t>
    </dgm:pt>
    <dgm:pt modelId="{96173659-138A-4A00-AE0B-9063EA9393A6}" type="parTrans" cxnId="{F9D8B584-9399-4A2B-8ADC-F71293A4822C}">
      <dgm:prSet/>
      <dgm:spPr/>
      <dgm:t>
        <a:bodyPr/>
        <a:lstStyle/>
        <a:p>
          <a:endParaRPr lang="en-US">
            <a:solidFill>
              <a:schemeClr val="bg1"/>
            </a:solidFill>
          </a:endParaRPr>
        </a:p>
      </dgm:t>
    </dgm:pt>
    <dgm:pt modelId="{D3C3BC3F-2256-4FBC-AFA5-0D035E3EACD7}" type="sibTrans" cxnId="{F9D8B584-9399-4A2B-8ADC-F71293A4822C}">
      <dgm:prSet/>
      <dgm:spPr/>
      <dgm:t>
        <a:bodyPr/>
        <a:lstStyle/>
        <a:p>
          <a:endParaRPr lang="en-US">
            <a:solidFill>
              <a:schemeClr val="bg1"/>
            </a:solidFill>
          </a:endParaRPr>
        </a:p>
      </dgm:t>
    </dgm:pt>
    <dgm:pt modelId="{683CC5F6-E9B5-49F2-909E-A68D38896308}">
      <dgm:prSet custT="1"/>
      <dgm:spPr/>
      <dgm:t>
        <a:bodyPr/>
        <a:lstStyle/>
        <a:p>
          <a:pPr>
            <a:defRPr b="1"/>
          </a:pPr>
          <a:r>
            <a:rPr lang="en-US" sz="2800" b="0" i="1" dirty="0">
              <a:solidFill>
                <a:schemeClr val="bg1"/>
              </a:solidFill>
            </a:rPr>
            <a:t>Module-3</a:t>
          </a:r>
        </a:p>
      </dgm:t>
    </dgm:pt>
    <dgm:pt modelId="{4C61DDEE-8BBF-4CBF-B066-7E60B6DF0A11}" type="sibTrans" cxnId="{59786CF9-070F-4821-A4E9-D33DB930D8D2}">
      <dgm:prSet/>
      <dgm:spPr/>
      <dgm:t>
        <a:bodyPr/>
        <a:lstStyle/>
        <a:p>
          <a:endParaRPr lang="en-US">
            <a:solidFill>
              <a:schemeClr val="bg1"/>
            </a:solidFill>
          </a:endParaRPr>
        </a:p>
      </dgm:t>
    </dgm:pt>
    <dgm:pt modelId="{15BFC747-B881-4328-BFBE-9BC128388CC6}" type="parTrans" cxnId="{59786CF9-070F-4821-A4E9-D33DB930D8D2}">
      <dgm:prSet/>
      <dgm:spPr/>
      <dgm:t>
        <a:bodyPr/>
        <a:lstStyle/>
        <a:p>
          <a:endParaRPr lang="en-US">
            <a:solidFill>
              <a:schemeClr val="bg1"/>
            </a:solidFill>
          </a:endParaRPr>
        </a:p>
      </dgm:t>
    </dgm:pt>
    <dgm:pt modelId="{4EA069F3-397F-40D5-94A6-32C3E355C277}">
      <dgm:prSet custT="1"/>
      <dgm:spPr/>
      <dgm:t>
        <a:bodyPr anchor="t"/>
        <a:lstStyle/>
        <a:p>
          <a:r>
            <a:rPr lang="en-US" sz="2000" i="1" dirty="0">
              <a:solidFill>
                <a:schemeClr val="bg1"/>
              </a:solidFill>
            </a:rPr>
            <a:t>Dashboard Interface</a:t>
          </a:r>
        </a:p>
      </dgm:t>
    </dgm:pt>
    <dgm:pt modelId="{2F99115B-608E-4E08-A503-B74879A76D07}" type="parTrans" cxnId="{BC5A70C8-9D97-4922-BCDB-6316D191C527}">
      <dgm:prSet/>
      <dgm:spPr/>
      <dgm:t>
        <a:bodyPr/>
        <a:lstStyle/>
        <a:p>
          <a:endParaRPr lang="en-US">
            <a:solidFill>
              <a:schemeClr val="bg1"/>
            </a:solidFill>
          </a:endParaRPr>
        </a:p>
      </dgm:t>
    </dgm:pt>
    <dgm:pt modelId="{E94D5EF7-F47C-476C-A5FE-1C35261B578A}" type="sibTrans" cxnId="{BC5A70C8-9D97-4922-BCDB-6316D191C527}">
      <dgm:prSet/>
      <dgm:spPr/>
      <dgm:t>
        <a:bodyPr/>
        <a:lstStyle/>
        <a:p>
          <a:endParaRPr lang="en-US">
            <a:solidFill>
              <a:schemeClr val="bg1"/>
            </a:solidFill>
          </a:endParaRPr>
        </a:p>
      </dgm:t>
    </dgm:pt>
    <dgm:pt modelId="{1E529C6E-C939-479A-A075-9E9B02837B50}">
      <dgm:prSet/>
      <dgm:spPr/>
      <dgm:t>
        <a:bodyPr anchor="b"/>
        <a:lstStyle/>
        <a:p>
          <a:endParaRPr lang="en-US" dirty="0">
            <a:solidFill>
              <a:schemeClr val="bg1"/>
            </a:solidFill>
          </a:endParaRPr>
        </a:p>
      </dgm:t>
    </dgm:pt>
    <dgm:pt modelId="{46B3C017-F97A-4640-992A-33AEE06B2EFC}" type="parTrans" cxnId="{99746BB5-7122-43B8-8680-CF610F03585C}">
      <dgm:prSet/>
      <dgm:spPr/>
      <dgm:t>
        <a:bodyPr/>
        <a:lstStyle/>
        <a:p>
          <a:endParaRPr lang="en-US">
            <a:solidFill>
              <a:schemeClr val="bg1"/>
            </a:solidFill>
          </a:endParaRPr>
        </a:p>
      </dgm:t>
    </dgm:pt>
    <dgm:pt modelId="{192E80CB-2667-481C-8244-6EC4AEED1BC2}" type="sibTrans" cxnId="{99746BB5-7122-43B8-8680-CF610F03585C}">
      <dgm:prSet/>
      <dgm:spPr/>
      <dgm:t>
        <a:bodyPr/>
        <a:lstStyle/>
        <a:p>
          <a:endParaRPr lang="en-US">
            <a:solidFill>
              <a:schemeClr val="bg1"/>
            </a:solidFill>
          </a:endParaRPr>
        </a:p>
      </dgm:t>
    </dgm:pt>
    <dgm:pt modelId="{7A5D3400-AF5B-4297-8592-4C1EDB9D0973}" type="pres">
      <dgm:prSet presAssocID="{63085546-7C7C-4B3E-ABEB-2669F1A65FB2}" presName="root" presStyleCnt="0">
        <dgm:presLayoutVars>
          <dgm:chMax/>
          <dgm:chPref/>
          <dgm:animLvl val="lvl"/>
        </dgm:presLayoutVars>
      </dgm:prSet>
      <dgm:spPr/>
    </dgm:pt>
    <dgm:pt modelId="{BD204284-1F7C-4D58-BC79-8C2DEE7E9FAF}" type="pres">
      <dgm:prSet presAssocID="{63085546-7C7C-4B3E-ABEB-2669F1A65FB2}" presName="divider" presStyleLbl="fgAcc1" presStyleIdx="0" presStyleCnt="7" custFlipVert="1" custSzY="105708" custLinFactNeighborX="-600"/>
      <dgm:spPr>
        <a:prstGeom prst="homePlate">
          <a:avLst/>
        </a:prstGeom>
        <a:solidFill>
          <a:schemeClr val="accent5">
            <a:alpha val="90000"/>
          </a:schemeClr>
        </a:solidFill>
        <a:ln>
          <a:noFill/>
        </a:ln>
      </dgm:spPr>
    </dgm:pt>
    <dgm:pt modelId="{46A6B157-7198-41C4-9D25-C4F8885F1B6F}" type="pres">
      <dgm:prSet presAssocID="{63085546-7C7C-4B3E-ABEB-2669F1A65FB2}" presName="nodes" presStyleCnt="0">
        <dgm:presLayoutVars>
          <dgm:chMax/>
          <dgm:chPref/>
          <dgm:animLvl val="lvl"/>
        </dgm:presLayoutVars>
      </dgm:prSet>
      <dgm:spPr/>
    </dgm:pt>
    <dgm:pt modelId="{578E6A06-6F61-48BD-9F1A-48E731D6E26D}" type="pres">
      <dgm:prSet presAssocID="{9DCEA5FC-4640-45AF-B712-7A4FD94AEF0D}" presName="composite" presStyleCnt="0"/>
      <dgm:spPr/>
    </dgm:pt>
    <dgm:pt modelId="{9F727168-E825-43C1-AF50-41E115F59C0C}" type="pres">
      <dgm:prSet presAssocID="{9DCEA5FC-4640-45AF-B712-7A4FD94AEF0D}" presName="ConnectorPoint" presStyleLbl="lnNode1" presStyleIdx="0" presStyleCnt="6"/>
      <dgm:spPr>
        <a:solidFill>
          <a:schemeClr val="accent1">
            <a:hueOff val="0"/>
            <a:satOff val="0"/>
            <a:lumOff val="0"/>
            <a:alphaOff val="0"/>
          </a:schemeClr>
        </a:solidFill>
        <a:ln w="63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gm:spPr>
    </dgm:pt>
    <dgm:pt modelId="{0C380CA5-521A-4949-A022-450DA9C217F5}" type="pres">
      <dgm:prSet presAssocID="{9DCEA5FC-4640-45AF-B712-7A4FD94AEF0D}" presName="DropPinPlaceHolder" presStyleCnt="0"/>
      <dgm:spPr/>
    </dgm:pt>
    <dgm:pt modelId="{19EF924A-339B-436A-9151-9C7B0B0377B9}" type="pres">
      <dgm:prSet presAssocID="{9DCEA5FC-4640-45AF-B712-7A4FD94AEF0D}" presName="DropPin" presStyleLbl="alignNode1" presStyleIdx="0" presStyleCnt="6"/>
      <dgm:spPr/>
    </dgm:pt>
    <dgm:pt modelId="{846B4BA4-33F0-43CE-A60E-B95E195AD5A9}" type="pres">
      <dgm:prSet presAssocID="{9DCEA5FC-4640-45AF-B712-7A4FD94AEF0D}" presName="Ellipse" presStyleLbl="fgAcc1" presStyleIdx="1" presStyleCnt="7"/>
      <dgm:spPr>
        <a:prstGeom prst="donut">
          <a:avLst/>
        </a:prstGeom>
      </dgm:spPr>
    </dgm:pt>
    <dgm:pt modelId="{A782CF5D-A585-4990-846A-5EDBD19A9BDB}" type="pres">
      <dgm:prSet presAssocID="{9DCEA5FC-4640-45AF-B712-7A4FD94AEF0D}" presName="L2TextContainer" presStyleLbl="revTx" presStyleIdx="0" presStyleCnt="12">
        <dgm:presLayoutVars>
          <dgm:bulletEnabled val="1"/>
        </dgm:presLayoutVars>
      </dgm:prSet>
      <dgm:spPr/>
    </dgm:pt>
    <dgm:pt modelId="{85C50C56-6DC8-4C47-8DBC-4FD6B1554AA4}" type="pres">
      <dgm:prSet presAssocID="{9DCEA5FC-4640-45AF-B712-7A4FD94AEF0D}" presName="L1TextContainer" presStyleLbl="revTx" presStyleIdx="1" presStyleCnt="12" custLinFactNeighborX="-396" custLinFactNeighborY="-24033">
        <dgm:presLayoutVars>
          <dgm:chMax val="1"/>
          <dgm:chPref val="1"/>
          <dgm:bulletEnabled val="1"/>
        </dgm:presLayoutVars>
      </dgm:prSet>
      <dgm:spPr/>
    </dgm:pt>
    <dgm:pt modelId="{4F322B1B-F357-4BCD-BF34-8A0D705A1CE7}" type="pres">
      <dgm:prSet presAssocID="{9DCEA5FC-4640-45AF-B712-7A4FD94AEF0D}" presName="ConnectLine" presStyleLbl="sibTrans1D1" presStyleIdx="0" presStyleCnt="6"/>
      <dgm:spPr>
        <a:noFill/>
        <a:ln w="127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dash"/>
        </a:ln>
        <a:effectLst/>
      </dgm:spPr>
    </dgm:pt>
    <dgm:pt modelId="{9FF32B1E-94FD-475E-9959-8E0546070C5B}" type="pres">
      <dgm:prSet presAssocID="{9DCEA5FC-4640-45AF-B712-7A4FD94AEF0D}" presName="EmptyPlaceHolder" presStyleCnt="0"/>
      <dgm:spPr/>
    </dgm:pt>
    <dgm:pt modelId="{C9E000F5-B650-46EB-A3B0-FBA6593CE548}" type="pres">
      <dgm:prSet presAssocID="{0A99745B-BB5C-49B3-A782-8DB57641F6C9}" presName="spaceBetweenRectangles" presStyleCnt="0"/>
      <dgm:spPr/>
    </dgm:pt>
    <dgm:pt modelId="{64373A7D-C7A5-4C0C-9781-58743159539A}" type="pres">
      <dgm:prSet presAssocID="{096A9AF0-0DAE-4EB3-B448-4501DA034F4A}" presName="composite" presStyleCnt="0"/>
      <dgm:spPr/>
    </dgm:pt>
    <dgm:pt modelId="{B57996C3-16BE-4CEB-B9E2-6FFC42938F41}" type="pres">
      <dgm:prSet presAssocID="{096A9AF0-0DAE-4EB3-B448-4501DA034F4A}" presName="ConnectorPoint" presStyleLbl="lnNode1" presStyleIdx="1" presStyleCnt="6"/>
      <dgm:spPr>
        <a:solidFill>
          <a:schemeClr val="accent1">
            <a:hueOff val="0"/>
            <a:satOff val="0"/>
            <a:lumOff val="0"/>
            <a:alphaOff val="0"/>
          </a:schemeClr>
        </a:solidFill>
        <a:ln w="63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gm:spPr>
    </dgm:pt>
    <dgm:pt modelId="{BC71368F-DA7E-405D-93AC-3A6767BF9FC6}" type="pres">
      <dgm:prSet presAssocID="{096A9AF0-0DAE-4EB3-B448-4501DA034F4A}" presName="DropPinPlaceHolder" presStyleCnt="0"/>
      <dgm:spPr/>
    </dgm:pt>
    <dgm:pt modelId="{5B4632EA-1574-417A-A3FA-D711159FBAD1}" type="pres">
      <dgm:prSet presAssocID="{096A9AF0-0DAE-4EB3-B448-4501DA034F4A}" presName="DropPin" presStyleLbl="alignNode1" presStyleIdx="1" presStyleCnt="6"/>
      <dgm:spPr/>
    </dgm:pt>
    <dgm:pt modelId="{032E0966-F86B-4BBD-BE80-8FAB861AF0E8}" type="pres">
      <dgm:prSet presAssocID="{096A9AF0-0DAE-4EB3-B448-4501DA034F4A}" presName="Ellipse" presStyleLbl="fgAcc1" presStyleIdx="2" presStyleCnt="7"/>
      <dgm:spPr>
        <a:prstGeom prst="donut">
          <a:avLst/>
        </a:prstGeom>
      </dgm:spPr>
    </dgm:pt>
    <dgm:pt modelId="{B608C5A1-CE9E-4410-9F2F-F714CC6AB069}" type="pres">
      <dgm:prSet presAssocID="{096A9AF0-0DAE-4EB3-B448-4501DA034F4A}" presName="L2TextContainer" presStyleLbl="revTx" presStyleIdx="2" presStyleCnt="12">
        <dgm:presLayoutVars>
          <dgm:bulletEnabled val="1"/>
        </dgm:presLayoutVars>
      </dgm:prSet>
      <dgm:spPr/>
    </dgm:pt>
    <dgm:pt modelId="{C1E34084-406C-48D5-88FE-7226282DBC49}" type="pres">
      <dgm:prSet presAssocID="{096A9AF0-0DAE-4EB3-B448-4501DA034F4A}" presName="L1TextContainer" presStyleLbl="revTx" presStyleIdx="3" presStyleCnt="12" custLinFactNeighborX="792" custLinFactNeighborY="33668">
        <dgm:presLayoutVars>
          <dgm:chMax val="1"/>
          <dgm:chPref val="1"/>
          <dgm:bulletEnabled val="1"/>
        </dgm:presLayoutVars>
      </dgm:prSet>
      <dgm:spPr/>
    </dgm:pt>
    <dgm:pt modelId="{33168228-1414-4AAF-B7E5-C08A80BBB2F1}" type="pres">
      <dgm:prSet presAssocID="{096A9AF0-0DAE-4EB3-B448-4501DA034F4A}" presName="ConnectLine" presStyleLbl="sibTrans1D1" presStyleIdx="1" presStyleCnt="6"/>
      <dgm:spPr>
        <a:xfrm>
          <a:off x="1843314" y="2690813"/>
          <a:ext cx="0" cy="1592961"/>
        </a:xfrm>
        <a:prstGeom prst="line">
          <a:avLst/>
        </a:prstGeom>
      </dgm:spPr>
    </dgm:pt>
    <dgm:pt modelId="{C791BCDD-76D3-4E0E-98B9-0C4903CF0E94}" type="pres">
      <dgm:prSet presAssocID="{096A9AF0-0DAE-4EB3-B448-4501DA034F4A}" presName="EmptyPlaceHolder" presStyleCnt="0"/>
      <dgm:spPr/>
    </dgm:pt>
    <dgm:pt modelId="{3B1DA912-FDB7-4F73-8823-B30C56F7DE86}" type="pres">
      <dgm:prSet presAssocID="{6B0D7DA9-E6ED-4137-9716-F48BF62327A8}" presName="spaceBetweenRectangles" presStyleCnt="0"/>
      <dgm:spPr/>
    </dgm:pt>
    <dgm:pt modelId="{DCEEC7C0-6CAC-4153-B66A-D920E3B7F504}" type="pres">
      <dgm:prSet presAssocID="{683CC5F6-E9B5-49F2-909E-A68D38896308}" presName="composite" presStyleCnt="0"/>
      <dgm:spPr/>
    </dgm:pt>
    <dgm:pt modelId="{56361E50-9FEC-48AD-A369-C1A8379B35EC}" type="pres">
      <dgm:prSet presAssocID="{683CC5F6-E9B5-49F2-909E-A68D38896308}" presName="ConnectorPoint" presStyleLbl="lnNode1" presStyleIdx="2" presStyleCnt="6"/>
      <dgm:spPr>
        <a:solidFill>
          <a:schemeClr val="accent1">
            <a:hueOff val="0"/>
            <a:satOff val="0"/>
            <a:lumOff val="0"/>
            <a:alphaOff val="0"/>
          </a:schemeClr>
        </a:solidFill>
        <a:ln w="63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gm:spPr>
    </dgm:pt>
    <dgm:pt modelId="{70AC7E27-D774-4261-A80F-683BBD09A81D}" type="pres">
      <dgm:prSet presAssocID="{683CC5F6-E9B5-49F2-909E-A68D38896308}" presName="DropPinPlaceHolder" presStyleCnt="0"/>
      <dgm:spPr/>
    </dgm:pt>
    <dgm:pt modelId="{7BC09B8D-1C75-4604-9F35-AEC078447C45}" type="pres">
      <dgm:prSet presAssocID="{683CC5F6-E9B5-49F2-909E-A68D38896308}" presName="DropPin" presStyleLbl="alignNode1" presStyleIdx="2" presStyleCnt="6" custLinFactNeighborX="64889" custLinFactNeighborY="2403"/>
      <dgm:spPr>
        <a:prstGeom prst="ellipse">
          <a:avLst/>
        </a:prstGeom>
      </dgm:spPr>
    </dgm:pt>
    <dgm:pt modelId="{DFE91A1F-E910-48AB-A4C9-128002268483}" type="pres">
      <dgm:prSet presAssocID="{683CC5F6-E9B5-49F2-909E-A68D38896308}" presName="Ellipse" presStyleLbl="fgAcc1" presStyleIdx="3" presStyleCnt="7"/>
      <dgm:spPr>
        <a:prstGeom prst="star12">
          <a:avLst/>
        </a:prstGeom>
      </dgm:spPr>
    </dgm:pt>
    <dgm:pt modelId="{FC8603F2-85FC-4134-978C-4054E468209C}" type="pres">
      <dgm:prSet presAssocID="{683CC5F6-E9B5-49F2-909E-A68D38896308}" presName="L2TextContainer" presStyleLbl="revTx" presStyleIdx="4" presStyleCnt="12">
        <dgm:presLayoutVars>
          <dgm:bulletEnabled val="1"/>
        </dgm:presLayoutVars>
      </dgm:prSet>
      <dgm:spPr/>
    </dgm:pt>
    <dgm:pt modelId="{4EB3AA5C-1289-44C6-9F3E-859ABA28E18F}" type="pres">
      <dgm:prSet presAssocID="{683CC5F6-E9B5-49F2-909E-A68D38896308}" presName="L1TextContainer" presStyleLbl="revTx" presStyleIdx="5" presStyleCnt="12" custLinFactNeighborX="10950" custLinFactNeighborY="16823">
        <dgm:presLayoutVars>
          <dgm:chMax val="1"/>
          <dgm:chPref val="1"/>
          <dgm:bulletEnabled val="1"/>
        </dgm:presLayoutVars>
      </dgm:prSet>
      <dgm:spPr/>
    </dgm:pt>
    <dgm:pt modelId="{0BB03C0E-97EC-4D66-9B09-35D689DAB28C}" type="pres">
      <dgm:prSet presAssocID="{683CC5F6-E9B5-49F2-909E-A68D38896308}" presName="ConnectLine" presStyleLbl="sibTrans1D1" presStyleIdx="2" presStyleCnt="6" custLinFactX="392042" custLinFactNeighborX="400000" custLinFactNeighborY="-4222"/>
      <dgm:spPr>
        <a:noFill/>
        <a:ln w="127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dash"/>
        </a:ln>
        <a:effectLst/>
      </dgm:spPr>
    </dgm:pt>
    <dgm:pt modelId="{1A7A92CB-81F0-42D4-87BF-4008DEFA9CA8}" type="pres">
      <dgm:prSet presAssocID="{683CC5F6-E9B5-49F2-909E-A68D38896308}" presName="EmptyPlaceHolder" presStyleCnt="0"/>
      <dgm:spPr/>
    </dgm:pt>
    <dgm:pt modelId="{ABE3202B-256B-4398-8B41-CB40EDB06266}" type="pres">
      <dgm:prSet presAssocID="{4C61DDEE-8BBF-4CBF-B066-7E60B6DF0A11}" presName="spaceBetweenRectangles" presStyleCnt="0"/>
      <dgm:spPr/>
    </dgm:pt>
    <dgm:pt modelId="{B744CD57-FD23-4E62-9589-4CAC57B034E9}" type="pres">
      <dgm:prSet presAssocID="{CA6B1BA0-B2FC-48AD-8EDA-F4AAA4AF2782}" presName="composite" presStyleCnt="0"/>
      <dgm:spPr/>
    </dgm:pt>
    <dgm:pt modelId="{D891B168-1DA5-4124-931F-A51FCB8EFC11}" type="pres">
      <dgm:prSet presAssocID="{CA6B1BA0-B2FC-48AD-8EDA-F4AAA4AF2782}" presName="ConnectorPoint" presStyleLbl="lnNode1" presStyleIdx="3" presStyleCnt="6"/>
      <dgm:spPr>
        <a:solidFill>
          <a:schemeClr val="accent1">
            <a:hueOff val="0"/>
            <a:satOff val="0"/>
            <a:lumOff val="0"/>
            <a:alphaOff val="0"/>
          </a:schemeClr>
        </a:solidFill>
        <a:ln w="63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gm:spPr>
    </dgm:pt>
    <dgm:pt modelId="{42206762-CD73-4F82-B16A-D168E2503215}" type="pres">
      <dgm:prSet presAssocID="{CA6B1BA0-B2FC-48AD-8EDA-F4AAA4AF2782}" presName="DropPinPlaceHolder" presStyleCnt="0"/>
      <dgm:spPr/>
    </dgm:pt>
    <dgm:pt modelId="{C0DBECBF-E3AA-450B-95D4-8349AA21B4F8}" type="pres">
      <dgm:prSet presAssocID="{CA6B1BA0-B2FC-48AD-8EDA-F4AAA4AF2782}" presName="DropPin" presStyleLbl="alignNode1" presStyleIdx="3" presStyleCnt="6" custLinFactX="18077" custLinFactNeighborX="100000" custLinFactNeighborY="9613"/>
      <dgm:spPr/>
    </dgm:pt>
    <dgm:pt modelId="{6EDDD44C-F5E4-49AD-B1D9-346B8B8AEE8F}" type="pres">
      <dgm:prSet presAssocID="{CA6B1BA0-B2FC-48AD-8EDA-F4AAA4AF2782}" presName="Ellipse" presStyleLbl="fgAcc1" presStyleIdx="4" presStyleCnt="7"/>
      <dgm:spPr>
        <a:prstGeom prst="donut">
          <a:avLst/>
        </a:prstGeom>
      </dgm:spPr>
    </dgm:pt>
    <dgm:pt modelId="{FE564261-183D-47F9-8E7E-BCFC5023A815}" type="pres">
      <dgm:prSet presAssocID="{CA6B1BA0-B2FC-48AD-8EDA-F4AAA4AF2782}" presName="L2TextContainer" presStyleLbl="revTx" presStyleIdx="6" presStyleCnt="12">
        <dgm:presLayoutVars>
          <dgm:bulletEnabled val="1"/>
        </dgm:presLayoutVars>
      </dgm:prSet>
      <dgm:spPr/>
    </dgm:pt>
    <dgm:pt modelId="{3DA36ABE-9810-4ED4-9A55-2905E7588D06}" type="pres">
      <dgm:prSet presAssocID="{CA6B1BA0-B2FC-48AD-8EDA-F4AAA4AF2782}" presName="L1TextContainer" presStyleLbl="revTx" presStyleIdx="7" presStyleCnt="12" custLinFactNeighborX="20992" custLinFactNeighborY="12064">
        <dgm:presLayoutVars>
          <dgm:chMax val="1"/>
          <dgm:chPref val="1"/>
          <dgm:bulletEnabled val="1"/>
        </dgm:presLayoutVars>
      </dgm:prSet>
      <dgm:spPr/>
    </dgm:pt>
    <dgm:pt modelId="{4B9F5909-A57C-4893-9C8A-D5960FE9BE37}" type="pres">
      <dgm:prSet presAssocID="{CA6B1BA0-B2FC-48AD-8EDA-F4AAA4AF2782}" presName="ConnectLine" presStyleLbl="sibTrans1D1" presStyleIdx="3" presStyleCnt="6" custLinFactX="641869" custLinFactNeighborX="700000" custLinFactNeighborY="5911"/>
      <dgm:spPr>
        <a:xfrm>
          <a:off x="4960678" y="2690813"/>
          <a:ext cx="0" cy="1592961"/>
        </a:xfrm>
        <a:prstGeom prst="line">
          <a:avLst/>
        </a:prstGeom>
      </dgm:spPr>
    </dgm:pt>
    <dgm:pt modelId="{DEDCEF89-DB8F-4197-B2D2-2D39426E0B96}" type="pres">
      <dgm:prSet presAssocID="{CA6B1BA0-B2FC-48AD-8EDA-F4AAA4AF2782}" presName="EmptyPlaceHolder" presStyleCnt="0"/>
      <dgm:spPr/>
    </dgm:pt>
    <dgm:pt modelId="{4A96FD2F-C127-41DC-AA54-1EEBED6BA483}" type="pres">
      <dgm:prSet presAssocID="{39FB540D-D808-4040-9A37-0AC474C0212F}" presName="spaceBetweenRectangles" presStyleCnt="0"/>
      <dgm:spPr/>
    </dgm:pt>
    <dgm:pt modelId="{A1AE2BC4-A99C-4DD3-A84D-EB3461D18287}" type="pres">
      <dgm:prSet presAssocID="{212ADAAB-D5CB-4BBC-8DAF-7340FD334994}" presName="composite" presStyleCnt="0"/>
      <dgm:spPr/>
    </dgm:pt>
    <dgm:pt modelId="{278CF1E0-B1C4-4B10-A5EC-FD7EF0557E2D}" type="pres">
      <dgm:prSet presAssocID="{212ADAAB-D5CB-4BBC-8DAF-7340FD334994}" presName="ConnectorPoint" presStyleLbl="lnNode1" presStyleIdx="4" presStyleCnt="6"/>
      <dgm:spPr>
        <a:solidFill>
          <a:schemeClr val="accent1">
            <a:hueOff val="0"/>
            <a:satOff val="0"/>
            <a:lumOff val="0"/>
            <a:alphaOff val="0"/>
          </a:schemeClr>
        </a:solidFill>
        <a:ln w="63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gm:spPr>
    </dgm:pt>
    <dgm:pt modelId="{27B65FB4-BE6A-41E6-BBE9-8DC9F7B73486}" type="pres">
      <dgm:prSet presAssocID="{212ADAAB-D5CB-4BBC-8DAF-7340FD334994}" presName="DropPinPlaceHolder" presStyleCnt="0"/>
      <dgm:spPr/>
    </dgm:pt>
    <dgm:pt modelId="{488CC4C6-DFBC-460C-A9ED-BEDA8CC682D4}" type="pres">
      <dgm:prSet presAssocID="{212ADAAB-D5CB-4BBC-8DAF-7340FD334994}" presName="DropPin" presStyleLbl="alignNode1" presStyleIdx="4" presStyleCnt="6" custLinFactX="100000" custLinFactNeighborX="111489" custLinFactNeighborY="-1"/>
      <dgm:spPr/>
    </dgm:pt>
    <dgm:pt modelId="{48CA82DA-B677-461B-A08D-337683480059}" type="pres">
      <dgm:prSet presAssocID="{212ADAAB-D5CB-4BBC-8DAF-7340FD334994}" presName="Ellipse" presStyleLbl="fgAcc1" presStyleIdx="5" presStyleCnt="7"/>
      <dgm:spPr>
        <a:prstGeom prst="donut">
          <a:avLst/>
        </a:prstGeom>
      </dgm:spPr>
    </dgm:pt>
    <dgm:pt modelId="{D1646913-A3FA-4470-A3E9-C64B0A13A62A}" type="pres">
      <dgm:prSet presAssocID="{212ADAAB-D5CB-4BBC-8DAF-7340FD334994}" presName="L2TextContainer" presStyleLbl="revTx" presStyleIdx="8" presStyleCnt="12">
        <dgm:presLayoutVars>
          <dgm:bulletEnabled val="1"/>
        </dgm:presLayoutVars>
      </dgm:prSet>
      <dgm:spPr/>
    </dgm:pt>
    <dgm:pt modelId="{6EC2FC68-E1B8-4274-8090-C2C96A4CD82C}" type="pres">
      <dgm:prSet presAssocID="{212ADAAB-D5CB-4BBC-8DAF-7340FD334994}" presName="L1TextContainer" presStyleLbl="revTx" presStyleIdx="9" presStyleCnt="12" custLinFactNeighborX="36044" custLinFactNeighborY="19227">
        <dgm:presLayoutVars>
          <dgm:chMax val="1"/>
          <dgm:chPref val="1"/>
          <dgm:bulletEnabled val="1"/>
        </dgm:presLayoutVars>
      </dgm:prSet>
      <dgm:spPr/>
    </dgm:pt>
    <dgm:pt modelId="{4F41BF23-550C-4E7F-977E-3D22E3AF7B51}" type="pres">
      <dgm:prSet presAssocID="{212ADAAB-D5CB-4BBC-8DAF-7340FD334994}" presName="ConnectLine" presStyleLbl="sibTrans1D1" presStyleIdx="4" presStyleCnt="6" custFlipHor="1" custScaleX="115376" custScaleY="118789" custLinFactX="1200000" custLinFactNeighborX="1230750" custLinFactNeighborY="1192"/>
      <dgm:spPr>
        <a:xfrm>
          <a:off x="6519360" y="1097851"/>
          <a:ext cx="0" cy="1592961"/>
        </a:xfrm>
        <a:prstGeom prst="line">
          <a:avLst/>
        </a:prstGeom>
      </dgm:spPr>
    </dgm:pt>
    <dgm:pt modelId="{5018695D-CFD4-49F8-8967-BA8A0C0A0DE1}" type="pres">
      <dgm:prSet presAssocID="{212ADAAB-D5CB-4BBC-8DAF-7340FD334994}" presName="EmptyPlaceHolder" presStyleCnt="0"/>
      <dgm:spPr/>
    </dgm:pt>
    <dgm:pt modelId="{61EA613E-57A8-485F-A4A9-29037092E83A}" type="pres">
      <dgm:prSet presAssocID="{AB2787E4-2A8B-428D-A4AE-2B14DCFFC4E7}" presName="spaceBetweenRectangles" presStyleCnt="0"/>
      <dgm:spPr/>
    </dgm:pt>
    <dgm:pt modelId="{0F3B3032-C16A-44EB-AE28-CB7C1D797D2B}" type="pres">
      <dgm:prSet presAssocID="{A2560FD2-F12F-4A06-A96F-B86674952111}" presName="composite" presStyleCnt="0"/>
      <dgm:spPr/>
    </dgm:pt>
    <dgm:pt modelId="{A64C6D16-2F77-439A-848A-F1081C5E5CBE}" type="pres">
      <dgm:prSet presAssocID="{A2560FD2-F12F-4A06-A96F-B86674952111}" presName="ConnectorPoint" presStyleLbl="lnNode1" presStyleIdx="5" presStyleCnt="6"/>
      <dgm:spPr>
        <a:solidFill>
          <a:schemeClr val="accent1">
            <a:hueOff val="0"/>
            <a:satOff val="0"/>
            <a:lumOff val="0"/>
            <a:alphaOff val="0"/>
          </a:schemeClr>
        </a:solidFill>
        <a:ln w="63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gm:spPr>
    </dgm:pt>
    <dgm:pt modelId="{8EFC6EAF-71E5-48C3-9F69-6FB96640B14F}" type="pres">
      <dgm:prSet presAssocID="{A2560FD2-F12F-4A06-A96F-B86674952111}" presName="DropPinPlaceHolder" presStyleCnt="0"/>
      <dgm:spPr/>
    </dgm:pt>
    <dgm:pt modelId="{73F98938-B973-410F-B6E0-43437FA146E6}" type="pres">
      <dgm:prSet presAssocID="{A2560FD2-F12F-4A06-A96F-B86674952111}" presName="DropPin" presStyleLbl="alignNode1" presStyleIdx="5" presStyleCnt="6" custLinFactX="300000" custLinFactY="-131653" custLinFactNeighborX="327257" custLinFactNeighborY="-200000"/>
      <dgm:spPr>
        <a:prstGeom prst="ellipse">
          <a:avLst/>
        </a:prstGeom>
      </dgm:spPr>
    </dgm:pt>
    <dgm:pt modelId="{26BE64BD-02BC-4C6F-AC50-F9617E59754D}" type="pres">
      <dgm:prSet presAssocID="{A2560FD2-F12F-4A06-A96F-B86674952111}" presName="Ellipse" presStyleLbl="fgAcc1" presStyleIdx="6" presStyleCnt="7"/>
      <dgm:spPr>
        <a:prstGeom prst="star12">
          <a:avLst/>
        </a:prstGeom>
      </dgm:spPr>
    </dgm:pt>
    <dgm:pt modelId="{5C5070CD-E29E-4F50-9A43-342A2DE968FF}" type="pres">
      <dgm:prSet presAssocID="{A2560FD2-F12F-4A06-A96F-B86674952111}" presName="L2TextContainer" presStyleLbl="revTx" presStyleIdx="10" presStyleCnt="12">
        <dgm:presLayoutVars>
          <dgm:bulletEnabled val="1"/>
        </dgm:presLayoutVars>
      </dgm:prSet>
      <dgm:spPr/>
    </dgm:pt>
    <dgm:pt modelId="{6FED4196-A0D3-4E5C-83DA-99291A8FFFC3}" type="pres">
      <dgm:prSet presAssocID="{A2560FD2-F12F-4A06-A96F-B86674952111}" presName="L1TextContainer" presStyleLbl="revTx" presStyleIdx="11" presStyleCnt="12">
        <dgm:presLayoutVars>
          <dgm:chMax val="1"/>
          <dgm:chPref val="1"/>
          <dgm:bulletEnabled val="1"/>
        </dgm:presLayoutVars>
      </dgm:prSet>
      <dgm:spPr/>
    </dgm:pt>
    <dgm:pt modelId="{54DE4918-169B-4E9C-B946-44A9D45AEC94}" type="pres">
      <dgm:prSet presAssocID="{A2560FD2-F12F-4A06-A96F-B86674952111}" presName="ConnectLine" presStyleLbl="sibTrans1D1" presStyleIdx="5" presStyleCnt="6" custFlipVert="1" custFlipHor="0" custScaleX="192216" custScaleY="62085" custLinFactX="3555697" custLinFactY="11520" custLinFactNeighborX="3600000" custLinFactNeighborY="100000"/>
      <dgm:spPr>
        <a:xfrm>
          <a:off x="8078042" y="2690813"/>
          <a:ext cx="0" cy="1592961"/>
        </a:xfrm>
        <a:prstGeom prst="line">
          <a:avLst/>
        </a:prstGeom>
      </dgm:spPr>
    </dgm:pt>
    <dgm:pt modelId="{75F2030E-997B-4809-B3F1-AEF48EEEDB2B}" type="pres">
      <dgm:prSet presAssocID="{A2560FD2-F12F-4A06-A96F-B86674952111}" presName="EmptyPlaceHolder" presStyleCnt="0"/>
      <dgm:spPr/>
    </dgm:pt>
  </dgm:ptLst>
  <dgm:cxnLst>
    <dgm:cxn modelId="{987E6208-6FBF-4818-8D82-020440E776B4}" type="presOf" srcId="{9DCEA5FC-4640-45AF-B712-7A4FD94AEF0D}" destId="{85C50C56-6DC8-4C47-8DBC-4FD6B1554AA4}" srcOrd="0" destOrd="0" presId="urn:microsoft.com/office/officeart/2017/3/layout/DropPinTimeline"/>
    <dgm:cxn modelId="{995FAD0D-905C-4246-BEA6-E4CD468035A2}" type="presOf" srcId="{096A9AF0-0DAE-4EB3-B448-4501DA034F4A}" destId="{C1E34084-406C-48D5-88FE-7226282DBC49}" srcOrd="0" destOrd="0" presId="urn:microsoft.com/office/officeart/2017/3/layout/DropPinTimeline"/>
    <dgm:cxn modelId="{60631413-8B80-40CB-9203-B81CD7EC7CD0}" type="presOf" srcId="{1E529C6E-C939-479A-A075-9E9B02837B50}" destId="{5C5070CD-E29E-4F50-9A43-342A2DE968FF}" srcOrd="0" destOrd="0" presId="urn:microsoft.com/office/officeart/2017/3/layout/DropPinTimeline"/>
    <dgm:cxn modelId="{1C1A9A2A-3385-4187-A01C-97035BFB0369}" type="presOf" srcId="{A2560FD2-F12F-4A06-A96F-B86674952111}" destId="{6FED4196-A0D3-4E5C-83DA-99291A8FFFC3}" srcOrd="0" destOrd="0" presId="urn:microsoft.com/office/officeart/2017/3/layout/DropPinTimeline"/>
    <dgm:cxn modelId="{2CC2803D-31E2-494C-ADFC-FD81060C6D02}" type="presOf" srcId="{2AEE5C11-34AE-4EB7-8907-9BED418EA471}" destId="{D1646913-A3FA-4470-A3E9-C64B0A13A62A}" srcOrd="0" destOrd="0" presId="urn:microsoft.com/office/officeart/2017/3/layout/DropPinTimeline"/>
    <dgm:cxn modelId="{39A11E5C-7A57-4117-A6DF-36000C29509C}" srcId="{9DCEA5FC-4640-45AF-B712-7A4FD94AEF0D}" destId="{831701CF-77C7-46C0-A913-8CC39517BAB8}" srcOrd="0" destOrd="0" parTransId="{13FBC60D-3EA6-4496-BA97-C1AE8C7F8961}" sibTransId="{75156CDF-E17B-4DAD-AE37-EA44D7F37090}"/>
    <dgm:cxn modelId="{DD687B5C-28C8-4088-99B8-D375C5FDAE4A}" srcId="{212ADAAB-D5CB-4BBC-8DAF-7340FD334994}" destId="{2AEE5C11-34AE-4EB7-8907-9BED418EA471}" srcOrd="0" destOrd="0" parTransId="{2E14AD1F-C7EA-45AE-ADC0-0EE92A6516CB}" sibTransId="{F36FDDA0-6B91-47CB-8114-B6F076E55FC8}"/>
    <dgm:cxn modelId="{63AB0265-EE84-426B-AD79-2D63AA53D68A}" type="presOf" srcId="{683CC5F6-E9B5-49F2-909E-A68D38896308}" destId="{4EB3AA5C-1289-44C6-9F3E-859ABA28E18F}" srcOrd="0" destOrd="0" presId="urn:microsoft.com/office/officeart/2017/3/layout/DropPinTimeline"/>
    <dgm:cxn modelId="{DBD99269-D7F7-4B47-B17B-A5AE402751D9}" srcId="{63085546-7C7C-4B3E-ABEB-2669F1A65FB2}" destId="{9DCEA5FC-4640-45AF-B712-7A4FD94AEF0D}" srcOrd="0" destOrd="0" parTransId="{929A5FD9-0612-4B79-9B59-C3C36D34A069}" sibTransId="{0A99745B-BB5C-49B3-A782-8DB57641F6C9}"/>
    <dgm:cxn modelId="{C8C7266C-2A0C-476A-85B3-F12BE2521F4C}" srcId="{63085546-7C7C-4B3E-ABEB-2669F1A65FB2}" destId="{212ADAAB-D5CB-4BBC-8DAF-7340FD334994}" srcOrd="4" destOrd="0" parTransId="{45F6D312-A686-491E-95E3-EFB9640CC472}" sibTransId="{AB2787E4-2A8B-428D-A4AE-2B14DCFFC4E7}"/>
    <dgm:cxn modelId="{24A8F052-3377-4BA4-8C62-CCF5039C85D7}" srcId="{CA6B1BA0-B2FC-48AD-8EDA-F4AAA4AF2782}" destId="{3CB04A44-4013-4CA7-90FD-29AFC3C15E37}" srcOrd="0" destOrd="0" parTransId="{ECEE936A-E3CC-4209-BECC-1CD0C85A2B72}" sibTransId="{D7A8F7A0-47A3-4464-B3B7-E0806DF46627}"/>
    <dgm:cxn modelId="{30821C78-AFB0-420D-8288-048EDC6649CD}" type="presOf" srcId="{212ADAAB-D5CB-4BBC-8DAF-7340FD334994}" destId="{6EC2FC68-E1B8-4274-8090-C2C96A4CD82C}" srcOrd="0" destOrd="0" presId="urn:microsoft.com/office/officeart/2017/3/layout/DropPinTimeline"/>
    <dgm:cxn modelId="{B05C4C7C-FEB8-4825-98A0-C38D3021918A}" srcId="{096A9AF0-0DAE-4EB3-B448-4501DA034F4A}" destId="{92921081-529B-4D1C-83A4-C416BB4C5224}" srcOrd="0" destOrd="0" parTransId="{5AD2C2F8-A1D7-469B-93D8-B578BEFE51F8}" sibTransId="{ECC13403-1F53-4ED4-AE4F-334EEC7C8710}"/>
    <dgm:cxn modelId="{F9D8B584-9399-4A2B-8ADC-F71293A4822C}" srcId="{63085546-7C7C-4B3E-ABEB-2669F1A65FB2}" destId="{A2560FD2-F12F-4A06-A96F-B86674952111}" srcOrd="5" destOrd="0" parTransId="{96173659-138A-4A00-AE0B-9063EA9393A6}" sibTransId="{D3C3BC3F-2256-4FBC-AFA5-0D035E3EACD7}"/>
    <dgm:cxn modelId="{17EA6585-A3CA-49D9-A4E8-4EA5E8670A02}" type="presOf" srcId="{4EA069F3-397F-40D5-94A6-32C3E355C277}" destId="{FC8603F2-85FC-4134-978C-4054E468209C}" srcOrd="0" destOrd="0" presId="urn:microsoft.com/office/officeart/2017/3/layout/DropPinTimeline"/>
    <dgm:cxn modelId="{D0B1DC87-C933-4D24-BC28-BB96D1BE402A}" type="presOf" srcId="{CA6B1BA0-B2FC-48AD-8EDA-F4AAA4AF2782}" destId="{3DA36ABE-9810-4ED4-9A55-2905E7588D06}" srcOrd="0" destOrd="0" presId="urn:microsoft.com/office/officeart/2017/3/layout/DropPinTimeline"/>
    <dgm:cxn modelId="{07F9AA91-E82B-4509-B7B2-312257F1270F}" type="presOf" srcId="{92921081-529B-4D1C-83A4-C416BB4C5224}" destId="{B608C5A1-CE9E-4410-9F2F-F714CC6AB069}" srcOrd="0" destOrd="0" presId="urn:microsoft.com/office/officeart/2017/3/layout/DropPinTimeline"/>
    <dgm:cxn modelId="{4731C8A4-66FB-42EB-9357-E1DC5B2CFC3F}" type="presOf" srcId="{831701CF-77C7-46C0-A913-8CC39517BAB8}" destId="{A782CF5D-A585-4990-846A-5EDBD19A9BDB}" srcOrd="0" destOrd="0" presId="urn:microsoft.com/office/officeart/2017/3/layout/DropPinTimeline"/>
    <dgm:cxn modelId="{99746BB5-7122-43B8-8680-CF610F03585C}" srcId="{A2560FD2-F12F-4A06-A96F-B86674952111}" destId="{1E529C6E-C939-479A-A075-9E9B02837B50}" srcOrd="0" destOrd="0" parTransId="{46B3C017-F97A-4640-992A-33AEE06B2EFC}" sibTransId="{192E80CB-2667-481C-8244-6EC4AEED1BC2}"/>
    <dgm:cxn modelId="{87DFA5B7-83B7-4BCA-980A-FF288AD983E5}" type="presOf" srcId="{3CB04A44-4013-4CA7-90FD-29AFC3C15E37}" destId="{FE564261-183D-47F9-8E7E-BCFC5023A815}" srcOrd="0" destOrd="0" presId="urn:microsoft.com/office/officeart/2017/3/layout/DropPinTimeline"/>
    <dgm:cxn modelId="{CA0753BD-DB60-4D68-8486-5B376B839B26}" srcId="{63085546-7C7C-4B3E-ABEB-2669F1A65FB2}" destId="{096A9AF0-0DAE-4EB3-B448-4501DA034F4A}" srcOrd="1" destOrd="0" parTransId="{8CE6ABD6-768E-42C8-9029-C3B5F278B21C}" sibTransId="{6B0D7DA9-E6ED-4137-9716-F48BF62327A8}"/>
    <dgm:cxn modelId="{CB3F12BF-FFAB-4B6B-8AD9-1C5C1364E3A8}" type="presOf" srcId="{63085546-7C7C-4B3E-ABEB-2669F1A65FB2}" destId="{7A5D3400-AF5B-4297-8592-4C1EDB9D0973}" srcOrd="0" destOrd="0" presId="urn:microsoft.com/office/officeart/2017/3/layout/DropPinTimeline"/>
    <dgm:cxn modelId="{BC5A70C8-9D97-4922-BCDB-6316D191C527}" srcId="{683CC5F6-E9B5-49F2-909E-A68D38896308}" destId="{4EA069F3-397F-40D5-94A6-32C3E355C277}" srcOrd="0" destOrd="0" parTransId="{2F99115B-608E-4E08-A503-B74879A76D07}" sibTransId="{E94D5EF7-F47C-476C-A5FE-1C35261B578A}"/>
    <dgm:cxn modelId="{CD6B6EE8-3813-4EF1-BFEC-C005A3326D63}" srcId="{63085546-7C7C-4B3E-ABEB-2669F1A65FB2}" destId="{CA6B1BA0-B2FC-48AD-8EDA-F4AAA4AF2782}" srcOrd="3" destOrd="0" parTransId="{D7D3AA07-BCB9-4212-A556-E90870FB1413}" sibTransId="{39FB540D-D808-4040-9A37-0AC474C0212F}"/>
    <dgm:cxn modelId="{59786CF9-070F-4821-A4E9-D33DB930D8D2}" srcId="{63085546-7C7C-4B3E-ABEB-2669F1A65FB2}" destId="{683CC5F6-E9B5-49F2-909E-A68D38896308}" srcOrd="2" destOrd="0" parTransId="{15BFC747-B881-4328-BFBE-9BC128388CC6}" sibTransId="{4C61DDEE-8BBF-4CBF-B066-7E60B6DF0A11}"/>
    <dgm:cxn modelId="{7855D799-B7F1-42C4-B51A-6BAB4463E7AA}" type="presParOf" srcId="{7A5D3400-AF5B-4297-8592-4C1EDB9D0973}" destId="{BD204284-1F7C-4D58-BC79-8C2DEE7E9FAF}" srcOrd="0" destOrd="0" presId="urn:microsoft.com/office/officeart/2017/3/layout/DropPinTimeline"/>
    <dgm:cxn modelId="{5021CA74-DA6D-41C1-AB77-3DFDC0F87B9D}" type="presParOf" srcId="{7A5D3400-AF5B-4297-8592-4C1EDB9D0973}" destId="{46A6B157-7198-41C4-9D25-C4F8885F1B6F}" srcOrd="1" destOrd="0" presId="urn:microsoft.com/office/officeart/2017/3/layout/DropPinTimeline"/>
    <dgm:cxn modelId="{71EE67DA-1AFB-47E2-AE9F-162E771373B8}" type="presParOf" srcId="{46A6B157-7198-41C4-9D25-C4F8885F1B6F}" destId="{578E6A06-6F61-48BD-9F1A-48E731D6E26D}" srcOrd="0" destOrd="0" presId="urn:microsoft.com/office/officeart/2017/3/layout/DropPinTimeline"/>
    <dgm:cxn modelId="{DC74F29E-5521-4E9A-AE99-15A4777F9679}" type="presParOf" srcId="{578E6A06-6F61-48BD-9F1A-48E731D6E26D}" destId="{9F727168-E825-43C1-AF50-41E115F59C0C}" srcOrd="0" destOrd="0" presId="urn:microsoft.com/office/officeart/2017/3/layout/DropPinTimeline"/>
    <dgm:cxn modelId="{0F3C3050-EEFA-491F-B6D7-F4FC47260C29}" type="presParOf" srcId="{578E6A06-6F61-48BD-9F1A-48E731D6E26D}" destId="{0C380CA5-521A-4949-A022-450DA9C217F5}" srcOrd="1" destOrd="0" presId="urn:microsoft.com/office/officeart/2017/3/layout/DropPinTimeline"/>
    <dgm:cxn modelId="{7A3048AA-FDF2-4867-B85B-AC1915F18957}" type="presParOf" srcId="{0C380CA5-521A-4949-A022-450DA9C217F5}" destId="{19EF924A-339B-436A-9151-9C7B0B0377B9}" srcOrd="0" destOrd="0" presId="urn:microsoft.com/office/officeart/2017/3/layout/DropPinTimeline"/>
    <dgm:cxn modelId="{DA5A680B-108C-436B-9F6F-C2983AA7A769}" type="presParOf" srcId="{0C380CA5-521A-4949-A022-450DA9C217F5}" destId="{846B4BA4-33F0-43CE-A60E-B95E195AD5A9}" srcOrd="1" destOrd="0" presId="urn:microsoft.com/office/officeart/2017/3/layout/DropPinTimeline"/>
    <dgm:cxn modelId="{96B78FE3-9ABB-4A77-BABB-E52EC6124441}" type="presParOf" srcId="{578E6A06-6F61-48BD-9F1A-48E731D6E26D}" destId="{A782CF5D-A585-4990-846A-5EDBD19A9BDB}" srcOrd="2" destOrd="0" presId="urn:microsoft.com/office/officeart/2017/3/layout/DropPinTimeline"/>
    <dgm:cxn modelId="{BB2FC6F5-3544-45AC-930D-A6FC8C1198F5}" type="presParOf" srcId="{578E6A06-6F61-48BD-9F1A-48E731D6E26D}" destId="{85C50C56-6DC8-4C47-8DBC-4FD6B1554AA4}" srcOrd="3" destOrd="0" presId="urn:microsoft.com/office/officeart/2017/3/layout/DropPinTimeline"/>
    <dgm:cxn modelId="{1DF134D0-04A7-4AA1-A8CC-CBFA9135F98D}" type="presParOf" srcId="{578E6A06-6F61-48BD-9F1A-48E731D6E26D}" destId="{4F322B1B-F357-4BCD-BF34-8A0D705A1CE7}" srcOrd="4" destOrd="0" presId="urn:microsoft.com/office/officeart/2017/3/layout/DropPinTimeline"/>
    <dgm:cxn modelId="{538822C3-D342-4107-A9D5-F110AD9A616E}" type="presParOf" srcId="{578E6A06-6F61-48BD-9F1A-48E731D6E26D}" destId="{9FF32B1E-94FD-475E-9959-8E0546070C5B}" srcOrd="5" destOrd="0" presId="urn:microsoft.com/office/officeart/2017/3/layout/DropPinTimeline"/>
    <dgm:cxn modelId="{84BE10DC-749F-4BB3-BB1B-3CED24198736}" type="presParOf" srcId="{46A6B157-7198-41C4-9D25-C4F8885F1B6F}" destId="{C9E000F5-B650-46EB-A3B0-FBA6593CE548}" srcOrd="1" destOrd="0" presId="urn:microsoft.com/office/officeart/2017/3/layout/DropPinTimeline"/>
    <dgm:cxn modelId="{E7FF6C9D-05DB-49D9-BC17-49E3C7F3D181}" type="presParOf" srcId="{46A6B157-7198-41C4-9D25-C4F8885F1B6F}" destId="{64373A7D-C7A5-4C0C-9781-58743159539A}" srcOrd="2" destOrd="0" presId="urn:microsoft.com/office/officeart/2017/3/layout/DropPinTimeline"/>
    <dgm:cxn modelId="{FACF2D92-8500-4179-8F6A-C624B05FAEC1}" type="presParOf" srcId="{64373A7D-C7A5-4C0C-9781-58743159539A}" destId="{B57996C3-16BE-4CEB-B9E2-6FFC42938F41}" srcOrd="0" destOrd="0" presId="urn:microsoft.com/office/officeart/2017/3/layout/DropPinTimeline"/>
    <dgm:cxn modelId="{12FE0388-B819-4ABC-9721-3A9223FCADF4}" type="presParOf" srcId="{64373A7D-C7A5-4C0C-9781-58743159539A}" destId="{BC71368F-DA7E-405D-93AC-3A6767BF9FC6}" srcOrd="1" destOrd="0" presId="urn:microsoft.com/office/officeart/2017/3/layout/DropPinTimeline"/>
    <dgm:cxn modelId="{8D35E9BB-DA99-48E0-A867-949CAEAAA6D6}" type="presParOf" srcId="{BC71368F-DA7E-405D-93AC-3A6767BF9FC6}" destId="{5B4632EA-1574-417A-A3FA-D711159FBAD1}" srcOrd="0" destOrd="0" presId="urn:microsoft.com/office/officeart/2017/3/layout/DropPinTimeline"/>
    <dgm:cxn modelId="{D0388358-6C68-40DD-8CD3-BE893129D935}" type="presParOf" srcId="{BC71368F-DA7E-405D-93AC-3A6767BF9FC6}" destId="{032E0966-F86B-4BBD-BE80-8FAB861AF0E8}" srcOrd="1" destOrd="0" presId="urn:microsoft.com/office/officeart/2017/3/layout/DropPinTimeline"/>
    <dgm:cxn modelId="{E0FCD920-481D-4C5F-A576-55F0C1D5B3B7}" type="presParOf" srcId="{64373A7D-C7A5-4C0C-9781-58743159539A}" destId="{B608C5A1-CE9E-4410-9F2F-F714CC6AB069}" srcOrd="2" destOrd="0" presId="urn:microsoft.com/office/officeart/2017/3/layout/DropPinTimeline"/>
    <dgm:cxn modelId="{49B5B1AE-6FCE-42D4-9414-E335D81C76D0}" type="presParOf" srcId="{64373A7D-C7A5-4C0C-9781-58743159539A}" destId="{C1E34084-406C-48D5-88FE-7226282DBC49}" srcOrd="3" destOrd="0" presId="urn:microsoft.com/office/officeart/2017/3/layout/DropPinTimeline"/>
    <dgm:cxn modelId="{667712A9-633D-4DBA-A692-E37A521937E5}" type="presParOf" srcId="{64373A7D-C7A5-4C0C-9781-58743159539A}" destId="{33168228-1414-4AAF-B7E5-C08A80BBB2F1}" srcOrd="4" destOrd="0" presId="urn:microsoft.com/office/officeart/2017/3/layout/DropPinTimeline"/>
    <dgm:cxn modelId="{360C951A-2AD1-4A99-AAA9-B7B53FC1B0C7}" type="presParOf" srcId="{64373A7D-C7A5-4C0C-9781-58743159539A}" destId="{C791BCDD-76D3-4E0E-98B9-0C4903CF0E94}" srcOrd="5" destOrd="0" presId="urn:microsoft.com/office/officeart/2017/3/layout/DropPinTimeline"/>
    <dgm:cxn modelId="{35346C2A-6E88-41AD-BD47-ECD72929FCE5}" type="presParOf" srcId="{46A6B157-7198-41C4-9D25-C4F8885F1B6F}" destId="{3B1DA912-FDB7-4F73-8823-B30C56F7DE86}" srcOrd="3" destOrd="0" presId="urn:microsoft.com/office/officeart/2017/3/layout/DropPinTimeline"/>
    <dgm:cxn modelId="{E59057FA-847A-4126-8700-B9A4F3696325}" type="presParOf" srcId="{46A6B157-7198-41C4-9D25-C4F8885F1B6F}" destId="{DCEEC7C0-6CAC-4153-B66A-D920E3B7F504}" srcOrd="4" destOrd="0" presId="urn:microsoft.com/office/officeart/2017/3/layout/DropPinTimeline"/>
    <dgm:cxn modelId="{B82CCAF6-442B-46AB-9B68-6E7B4D62FD9B}" type="presParOf" srcId="{DCEEC7C0-6CAC-4153-B66A-D920E3B7F504}" destId="{56361E50-9FEC-48AD-A369-C1A8379B35EC}" srcOrd="0" destOrd="0" presId="urn:microsoft.com/office/officeart/2017/3/layout/DropPinTimeline"/>
    <dgm:cxn modelId="{FB91546B-98B7-42EC-A236-9D4B68AB7E57}" type="presParOf" srcId="{DCEEC7C0-6CAC-4153-B66A-D920E3B7F504}" destId="{70AC7E27-D774-4261-A80F-683BBD09A81D}" srcOrd="1" destOrd="0" presId="urn:microsoft.com/office/officeart/2017/3/layout/DropPinTimeline"/>
    <dgm:cxn modelId="{128291DE-3A47-4667-A1F6-84B5CC1950A2}" type="presParOf" srcId="{70AC7E27-D774-4261-A80F-683BBD09A81D}" destId="{7BC09B8D-1C75-4604-9F35-AEC078447C45}" srcOrd="0" destOrd="0" presId="urn:microsoft.com/office/officeart/2017/3/layout/DropPinTimeline"/>
    <dgm:cxn modelId="{F0A235D5-6DBF-4491-AD12-E87E187B0F86}" type="presParOf" srcId="{70AC7E27-D774-4261-A80F-683BBD09A81D}" destId="{DFE91A1F-E910-48AB-A4C9-128002268483}" srcOrd="1" destOrd="0" presId="urn:microsoft.com/office/officeart/2017/3/layout/DropPinTimeline"/>
    <dgm:cxn modelId="{629159BF-4A21-4870-8C08-E54A5441F29B}" type="presParOf" srcId="{DCEEC7C0-6CAC-4153-B66A-D920E3B7F504}" destId="{FC8603F2-85FC-4134-978C-4054E468209C}" srcOrd="2" destOrd="0" presId="urn:microsoft.com/office/officeart/2017/3/layout/DropPinTimeline"/>
    <dgm:cxn modelId="{3971FE38-66D8-41D3-BE10-92A1B7610DA7}" type="presParOf" srcId="{DCEEC7C0-6CAC-4153-B66A-D920E3B7F504}" destId="{4EB3AA5C-1289-44C6-9F3E-859ABA28E18F}" srcOrd="3" destOrd="0" presId="urn:microsoft.com/office/officeart/2017/3/layout/DropPinTimeline"/>
    <dgm:cxn modelId="{24B473FE-5054-4EAD-B373-555E7D091AD5}" type="presParOf" srcId="{DCEEC7C0-6CAC-4153-B66A-D920E3B7F504}" destId="{0BB03C0E-97EC-4D66-9B09-35D689DAB28C}" srcOrd="4" destOrd="0" presId="urn:microsoft.com/office/officeart/2017/3/layout/DropPinTimeline"/>
    <dgm:cxn modelId="{2B1D1BBE-6BAE-45B9-9995-CBBA5ED2EAC5}" type="presParOf" srcId="{DCEEC7C0-6CAC-4153-B66A-D920E3B7F504}" destId="{1A7A92CB-81F0-42D4-87BF-4008DEFA9CA8}" srcOrd="5" destOrd="0" presId="urn:microsoft.com/office/officeart/2017/3/layout/DropPinTimeline"/>
    <dgm:cxn modelId="{4B2CE620-6FD2-4B47-808E-767E9CD6E11B}" type="presParOf" srcId="{46A6B157-7198-41C4-9D25-C4F8885F1B6F}" destId="{ABE3202B-256B-4398-8B41-CB40EDB06266}" srcOrd="5" destOrd="0" presId="urn:microsoft.com/office/officeart/2017/3/layout/DropPinTimeline"/>
    <dgm:cxn modelId="{0A9A6102-F00A-4BE8-99F2-80FE0510D070}" type="presParOf" srcId="{46A6B157-7198-41C4-9D25-C4F8885F1B6F}" destId="{B744CD57-FD23-4E62-9589-4CAC57B034E9}" srcOrd="6" destOrd="0" presId="urn:microsoft.com/office/officeart/2017/3/layout/DropPinTimeline"/>
    <dgm:cxn modelId="{80501AE2-53E9-4D67-A594-F44DD214D7C2}" type="presParOf" srcId="{B744CD57-FD23-4E62-9589-4CAC57B034E9}" destId="{D891B168-1DA5-4124-931F-A51FCB8EFC11}" srcOrd="0" destOrd="0" presId="urn:microsoft.com/office/officeart/2017/3/layout/DropPinTimeline"/>
    <dgm:cxn modelId="{4D35DB16-6124-4B05-B478-8F4429226C6A}" type="presParOf" srcId="{B744CD57-FD23-4E62-9589-4CAC57B034E9}" destId="{42206762-CD73-4F82-B16A-D168E2503215}" srcOrd="1" destOrd="0" presId="urn:microsoft.com/office/officeart/2017/3/layout/DropPinTimeline"/>
    <dgm:cxn modelId="{AFAA8AC7-581B-4388-BFDB-A430EF0404FD}" type="presParOf" srcId="{42206762-CD73-4F82-B16A-D168E2503215}" destId="{C0DBECBF-E3AA-450B-95D4-8349AA21B4F8}" srcOrd="0" destOrd="0" presId="urn:microsoft.com/office/officeart/2017/3/layout/DropPinTimeline"/>
    <dgm:cxn modelId="{105641F0-544B-453F-B1D8-5713903E4682}" type="presParOf" srcId="{42206762-CD73-4F82-B16A-D168E2503215}" destId="{6EDDD44C-F5E4-49AD-B1D9-346B8B8AEE8F}" srcOrd="1" destOrd="0" presId="urn:microsoft.com/office/officeart/2017/3/layout/DropPinTimeline"/>
    <dgm:cxn modelId="{23AA1CD9-5481-4A25-AA47-1E309DD4E86A}" type="presParOf" srcId="{B744CD57-FD23-4E62-9589-4CAC57B034E9}" destId="{FE564261-183D-47F9-8E7E-BCFC5023A815}" srcOrd="2" destOrd="0" presId="urn:microsoft.com/office/officeart/2017/3/layout/DropPinTimeline"/>
    <dgm:cxn modelId="{6F6D3A0F-FECD-4629-BF0C-38737E381D62}" type="presParOf" srcId="{B744CD57-FD23-4E62-9589-4CAC57B034E9}" destId="{3DA36ABE-9810-4ED4-9A55-2905E7588D06}" srcOrd="3" destOrd="0" presId="urn:microsoft.com/office/officeart/2017/3/layout/DropPinTimeline"/>
    <dgm:cxn modelId="{18ABBD94-4B15-4F9E-B420-EF8067A53E59}" type="presParOf" srcId="{B744CD57-FD23-4E62-9589-4CAC57B034E9}" destId="{4B9F5909-A57C-4893-9C8A-D5960FE9BE37}" srcOrd="4" destOrd="0" presId="urn:microsoft.com/office/officeart/2017/3/layout/DropPinTimeline"/>
    <dgm:cxn modelId="{3A6EE7AF-C1D7-4FFA-BDB4-755BC98362FD}" type="presParOf" srcId="{B744CD57-FD23-4E62-9589-4CAC57B034E9}" destId="{DEDCEF89-DB8F-4197-B2D2-2D39426E0B96}" srcOrd="5" destOrd="0" presId="urn:microsoft.com/office/officeart/2017/3/layout/DropPinTimeline"/>
    <dgm:cxn modelId="{7B15E33A-34F5-40D3-9CD6-849B365E3CBA}" type="presParOf" srcId="{46A6B157-7198-41C4-9D25-C4F8885F1B6F}" destId="{4A96FD2F-C127-41DC-AA54-1EEBED6BA483}" srcOrd="7" destOrd="0" presId="urn:microsoft.com/office/officeart/2017/3/layout/DropPinTimeline"/>
    <dgm:cxn modelId="{8C7BB85F-FA93-45E7-9CE6-E6668DA2157F}" type="presParOf" srcId="{46A6B157-7198-41C4-9D25-C4F8885F1B6F}" destId="{A1AE2BC4-A99C-4DD3-A84D-EB3461D18287}" srcOrd="8" destOrd="0" presId="urn:microsoft.com/office/officeart/2017/3/layout/DropPinTimeline"/>
    <dgm:cxn modelId="{9BDE40F9-332B-43F6-B5F2-904336B3E2E2}" type="presParOf" srcId="{A1AE2BC4-A99C-4DD3-A84D-EB3461D18287}" destId="{278CF1E0-B1C4-4B10-A5EC-FD7EF0557E2D}" srcOrd="0" destOrd="0" presId="urn:microsoft.com/office/officeart/2017/3/layout/DropPinTimeline"/>
    <dgm:cxn modelId="{A45F876D-0399-4209-99E5-BAF9A0A9A0FA}" type="presParOf" srcId="{A1AE2BC4-A99C-4DD3-A84D-EB3461D18287}" destId="{27B65FB4-BE6A-41E6-BBE9-8DC9F7B73486}" srcOrd="1" destOrd="0" presId="urn:microsoft.com/office/officeart/2017/3/layout/DropPinTimeline"/>
    <dgm:cxn modelId="{294D0375-99E3-4A04-94E3-5D7DA36F61E4}" type="presParOf" srcId="{27B65FB4-BE6A-41E6-BBE9-8DC9F7B73486}" destId="{488CC4C6-DFBC-460C-A9ED-BEDA8CC682D4}" srcOrd="0" destOrd="0" presId="urn:microsoft.com/office/officeart/2017/3/layout/DropPinTimeline"/>
    <dgm:cxn modelId="{29335C10-EF6A-47DE-B0D3-9F04E5635A46}" type="presParOf" srcId="{27B65FB4-BE6A-41E6-BBE9-8DC9F7B73486}" destId="{48CA82DA-B677-461B-A08D-337683480059}" srcOrd="1" destOrd="0" presId="urn:microsoft.com/office/officeart/2017/3/layout/DropPinTimeline"/>
    <dgm:cxn modelId="{2F8CDC64-8858-4EB2-9148-A1F1844C0E3C}" type="presParOf" srcId="{A1AE2BC4-A99C-4DD3-A84D-EB3461D18287}" destId="{D1646913-A3FA-4470-A3E9-C64B0A13A62A}" srcOrd="2" destOrd="0" presId="urn:microsoft.com/office/officeart/2017/3/layout/DropPinTimeline"/>
    <dgm:cxn modelId="{D14EE3E2-BA3E-42AC-BEA2-572DF977A427}" type="presParOf" srcId="{A1AE2BC4-A99C-4DD3-A84D-EB3461D18287}" destId="{6EC2FC68-E1B8-4274-8090-C2C96A4CD82C}" srcOrd="3" destOrd="0" presId="urn:microsoft.com/office/officeart/2017/3/layout/DropPinTimeline"/>
    <dgm:cxn modelId="{923BB741-8273-439D-B9E2-1712691E3DE7}" type="presParOf" srcId="{A1AE2BC4-A99C-4DD3-A84D-EB3461D18287}" destId="{4F41BF23-550C-4E7F-977E-3D22E3AF7B51}" srcOrd="4" destOrd="0" presId="urn:microsoft.com/office/officeart/2017/3/layout/DropPinTimeline"/>
    <dgm:cxn modelId="{DD7D202E-CFA7-477E-AD34-2617E864E544}" type="presParOf" srcId="{A1AE2BC4-A99C-4DD3-A84D-EB3461D18287}" destId="{5018695D-CFD4-49F8-8967-BA8A0C0A0DE1}" srcOrd="5" destOrd="0" presId="urn:microsoft.com/office/officeart/2017/3/layout/DropPinTimeline"/>
    <dgm:cxn modelId="{D3E93E96-16D8-4A3E-BC6E-D4D386449E5E}" type="presParOf" srcId="{46A6B157-7198-41C4-9D25-C4F8885F1B6F}" destId="{61EA613E-57A8-485F-A4A9-29037092E83A}" srcOrd="9" destOrd="0" presId="urn:microsoft.com/office/officeart/2017/3/layout/DropPinTimeline"/>
    <dgm:cxn modelId="{CFE01775-C14B-4EDE-9E85-145F934516E5}" type="presParOf" srcId="{46A6B157-7198-41C4-9D25-C4F8885F1B6F}" destId="{0F3B3032-C16A-44EB-AE28-CB7C1D797D2B}" srcOrd="10" destOrd="0" presId="urn:microsoft.com/office/officeart/2017/3/layout/DropPinTimeline"/>
    <dgm:cxn modelId="{1C4D72CA-B300-4FEC-B5A9-D34FA56FE7E7}" type="presParOf" srcId="{0F3B3032-C16A-44EB-AE28-CB7C1D797D2B}" destId="{A64C6D16-2F77-439A-848A-F1081C5E5CBE}" srcOrd="0" destOrd="0" presId="urn:microsoft.com/office/officeart/2017/3/layout/DropPinTimeline"/>
    <dgm:cxn modelId="{7F9D72D2-5D75-4FF9-9F60-DE1AEFC42171}" type="presParOf" srcId="{0F3B3032-C16A-44EB-AE28-CB7C1D797D2B}" destId="{8EFC6EAF-71E5-48C3-9F69-6FB96640B14F}" srcOrd="1" destOrd="0" presId="urn:microsoft.com/office/officeart/2017/3/layout/DropPinTimeline"/>
    <dgm:cxn modelId="{D6418E4F-48ED-4E39-B9D9-FA010EF76866}" type="presParOf" srcId="{8EFC6EAF-71E5-48C3-9F69-6FB96640B14F}" destId="{73F98938-B973-410F-B6E0-43437FA146E6}" srcOrd="0" destOrd="0" presId="urn:microsoft.com/office/officeart/2017/3/layout/DropPinTimeline"/>
    <dgm:cxn modelId="{3E887726-7BD7-4074-8164-C71F4A6DAEE0}" type="presParOf" srcId="{8EFC6EAF-71E5-48C3-9F69-6FB96640B14F}" destId="{26BE64BD-02BC-4C6F-AC50-F9617E59754D}" srcOrd="1" destOrd="0" presId="urn:microsoft.com/office/officeart/2017/3/layout/DropPinTimeline"/>
    <dgm:cxn modelId="{6B3983BD-FDD8-4464-99B0-B737226ED090}" type="presParOf" srcId="{0F3B3032-C16A-44EB-AE28-CB7C1D797D2B}" destId="{5C5070CD-E29E-4F50-9A43-342A2DE968FF}" srcOrd="2" destOrd="0" presId="urn:microsoft.com/office/officeart/2017/3/layout/DropPinTimeline"/>
    <dgm:cxn modelId="{E040483A-E1D0-4CB5-AE78-35D83557FA15}" type="presParOf" srcId="{0F3B3032-C16A-44EB-AE28-CB7C1D797D2B}" destId="{6FED4196-A0D3-4E5C-83DA-99291A8FFFC3}" srcOrd="3" destOrd="0" presId="urn:microsoft.com/office/officeart/2017/3/layout/DropPinTimeline"/>
    <dgm:cxn modelId="{875E4306-BBD7-4464-A7BB-9A46E06C2634}" type="presParOf" srcId="{0F3B3032-C16A-44EB-AE28-CB7C1D797D2B}" destId="{54DE4918-169B-4E9C-B946-44A9D45AEC94}" srcOrd="4" destOrd="0" presId="urn:microsoft.com/office/officeart/2017/3/layout/DropPinTimeline"/>
    <dgm:cxn modelId="{14880338-8CF6-48F7-B22F-D70D12F904EB}" type="presParOf" srcId="{0F3B3032-C16A-44EB-AE28-CB7C1D797D2B}" destId="{75F2030E-997B-4809-B3F1-AEF48EEEDB2B}" srcOrd="5" destOrd="0" presId="urn:microsoft.com/office/officeart/2017/3/layout/DropPinTimeline"/>
  </dgm:cxnLst>
  <dgm:bg/>
  <dgm:whole>
    <a:ln>
      <a:noFill/>
    </a:ln>
  </dgm:whole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BD204284-1F7C-4D58-BC79-8C2DEE7E9FAF}">
      <dsp:nvSpPr>
        <dsp:cNvPr id="0" name=""/>
        <dsp:cNvSpPr/>
      </dsp:nvSpPr>
      <dsp:spPr>
        <a:xfrm flipV="1">
          <a:off x="0" y="1914058"/>
          <a:ext cx="10453687" cy="105708"/>
        </a:xfrm>
        <a:prstGeom prst="homePlate">
          <a:avLst/>
        </a:prstGeom>
        <a:solidFill>
          <a:schemeClr val="accent5">
            <a:alpha val="90000"/>
          </a:schemeClr>
        </a:solidFill>
        <a:ln w="15875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19EF924A-339B-436A-9151-9C7B0B0377B9}">
      <dsp:nvSpPr>
        <dsp:cNvPr id="0" name=""/>
        <dsp:cNvSpPr/>
      </dsp:nvSpPr>
      <dsp:spPr>
        <a:xfrm rot="8100000">
          <a:off x="65995" y="453296"/>
          <a:ext cx="289289" cy="289289"/>
        </a:xfrm>
        <a:prstGeom prst="teardrop">
          <a:avLst>
            <a:gd name="adj" fmla="val 115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5875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1">
          <a:scrgbClr r="0" g="0" b="0"/>
        </a:effectRef>
        <a:fontRef idx="minor">
          <a:schemeClr val="lt1"/>
        </a:fontRef>
      </dsp:style>
    </dsp:sp>
    <dsp:sp modelId="{846B4BA4-33F0-43CE-A60E-B95E195AD5A9}">
      <dsp:nvSpPr>
        <dsp:cNvPr id="0" name=""/>
        <dsp:cNvSpPr/>
      </dsp:nvSpPr>
      <dsp:spPr>
        <a:xfrm>
          <a:off x="98133" y="485434"/>
          <a:ext cx="225014" cy="225014"/>
        </a:xfrm>
        <a:prstGeom prst="donut">
          <a:avLst/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5875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A782CF5D-A585-4990-846A-5EDBD19A9BDB}">
      <dsp:nvSpPr>
        <dsp:cNvPr id="0" name=""/>
        <dsp:cNvSpPr/>
      </dsp:nvSpPr>
      <dsp:spPr>
        <a:xfrm>
          <a:off x="405369" y="704177"/>
          <a:ext cx="2482378" cy="1164412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114300" rIns="114300" bIns="171450" numCol="1" spcCol="1270" anchor="t" anchorCtr="0">
          <a:noAutofit/>
        </a:bodyPr>
        <a:lstStyle/>
        <a:p>
          <a:pPr marL="0" lvl="0" indent="0" algn="l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800" kern="1200" dirty="0">
              <a:solidFill>
                <a:schemeClr val="bg1"/>
              </a:solidFill>
            </a:rPr>
            <a:t>Login System using </a:t>
          </a:r>
        </a:p>
        <a:p>
          <a:pPr marL="0" lvl="0" indent="0" algn="l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800" kern="1200" dirty="0">
              <a:solidFill>
                <a:schemeClr val="bg1"/>
              </a:solidFill>
            </a:rPr>
            <a:t>Firebase Authentication</a:t>
          </a:r>
        </a:p>
      </dsp:txBody>
      <dsp:txXfrm>
        <a:off x="405369" y="704177"/>
        <a:ext cx="2482378" cy="1164412"/>
      </dsp:txXfrm>
    </dsp:sp>
    <dsp:sp modelId="{85C50C56-6DC8-4C47-8DBC-4FD6B1554AA4}">
      <dsp:nvSpPr>
        <dsp:cNvPr id="0" name=""/>
        <dsp:cNvSpPr/>
      </dsp:nvSpPr>
      <dsp:spPr>
        <a:xfrm>
          <a:off x="405369" y="295059"/>
          <a:ext cx="2482378" cy="409117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127000" bIns="0" numCol="1" spcCol="1270" anchor="ctr" anchorCtr="0">
          <a:noAutofit/>
        </a:bodyPr>
        <a:lstStyle/>
        <a:p>
          <a:pPr marL="0" lvl="0" indent="0" algn="l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  <a:defRPr b="1"/>
          </a:pPr>
          <a:br>
            <a:rPr lang="en-US" sz="2000" kern="1200" dirty="0">
              <a:solidFill>
                <a:schemeClr val="bg1"/>
              </a:solidFill>
            </a:rPr>
          </a:br>
          <a:r>
            <a:rPr lang="en-US" sz="2000" kern="1200" dirty="0">
              <a:solidFill>
                <a:schemeClr val="bg1"/>
              </a:solidFill>
            </a:rPr>
            <a:t>Module-1</a:t>
          </a:r>
        </a:p>
      </dsp:txBody>
      <dsp:txXfrm>
        <a:off x="405369" y="295059"/>
        <a:ext cx="2482378" cy="409117"/>
      </dsp:txXfrm>
    </dsp:sp>
    <dsp:sp modelId="{4F322B1B-F357-4BCD-BF34-8A0D705A1CE7}">
      <dsp:nvSpPr>
        <dsp:cNvPr id="0" name=""/>
        <dsp:cNvSpPr/>
      </dsp:nvSpPr>
      <dsp:spPr>
        <a:xfrm>
          <a:off x="210640" y="802500"/>
          <a:ext cx="0" cy="1164412"/>
        </a:xfrm>
        <a:prstGeom prst="line">
          <a:avLst/>
        </a:prstGeom>
        <a:noFill/>
        <a:ln w="127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dash"/>
        </a:ln>
        <a:effectLst/>
      </dsp:spPr>
      <dsp:style>
        <a:lnRef idx="1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9F727168-E825-43C1-AF50-41E115F59C0C}">
      <dsp:nvSpPr>
        <dsp:cNvPr id="0" name=""/>
        <dsp:cNvSpPr/>
      </dsp:nvSpPr>
      <dsp:spPr>
        <a:xfrm>
          <a:off x="173819" y="1930091"/>
          <a:ext cx="73641" cy="73641"/>
        </a:xfrm>
        <a:prstGeom prst="ellips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63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3">
          <a:scrgbClr r="0" g="0" b="0"/>
        </a:lnRef>
        <a:fillRef idx="1">
          <a:scrgbClr r="0" g="0" b="0"/>
        </a:fillRef>
        <a:effectRef idx="1">
          <a:scrgbClr r="0" g="0" b="0"/>
        </a:effectRef>
        <a:fontRef idx="minor">
          <a:schemeClr val="lt1"/>
        </a:fontRef>
      </dsp:style>
    </dsp:sp>
    <dsp:sp modelId="{5B4632EA-1574-417A-A3FA-D711159FBAD1}">
      <dsp:nvSpPr>
        <dsp:cNvPr id="0" name=""/>
        <dsp:cNvSpPr/>
      </dsp:nvSpPr>
      <dsp:spPr>
        <a:xfrm rot="18900000">
          <a:off x="1556136" y="3191238"/>
          <a:ext cx="289289" cy="289289"/>
        </a:xfrm>
        <a:prstGeom prst="teardrop">
          <a:avLst>
            <a:gd name="adj" fmla="val 115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5875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1">
          <a:scrgbClr r="0" g="0" b="0"/>
        </a:effectRef>
        <a:fontRef idx="minor">
          <a:schemeClr val="lt1"/>
        </a:fontRef>
      </dsp:style>
    </dsp:sp>
    <dsp:sp modelId="{032E0966-F86B-4BBD-BE80-8FAB861AF0E8}">
      <dsp:nvSpPr>
        <dsp:cNvPr id="0" name=""/>
        <dsp:cNvSpPr/>
      </dsp:nvSpPr>
      <dsp:spPr>
        <a:xfrm>
          <a:off x="1588274" y="3223376"/>
          <a:ext cx="225014" cy="225014"/>
        </a:xfrm>
        <a:prstGeom prst="donut">
          <a:avLst/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5875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B608C5A1-CE9E-4410-9F2F-F714CC6AB069}">
      <dsp:nvSpPr>
        <dsp:cNvPr id="0" name=""/>
        <dsp:cNvSpPr/>
      </dsp:nvSpPr>
      <dsp:spPr>
        <a:xfrm>
          <a:off x="1925001" y="2104654"/>
          <a:ext cx="2482378" cy="1164412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171450" rIns="0" bIns="114300" numCol="1" spcCol="1270" anchor="b" anchorCtr="0">
          <a:noAutofit/>
        </a:bodyPr>
        <a:lstStyle/>
        <a:p>
          <a:pPr marL="0" lvl="0" indent="0" algn="l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800" kern="1200" dirty="0">
              <a:solidFill>
                <a:schemeClr val="bg1"/>
              </a:solidFill>
            </a:rPr>
            <a:t>Pet Selection &amp; Registration</a:t>
          </a:r>
        </a:p>
      </dsp:txBody>
      <dsp:txXfrm>
        <a:off x="1925001" y="2104654"/>
        <a:ext cx="2482378" cy="1164412"/>
      </dsp:txXfrm>
    </dsp:sp>
    <dsp:sp modelId="{C1E34084-406C-48D5-88FE-7226282DBC49}">
      <dsp:nvSpPr>
        <dsp:cNvPr id="0" name=""/>
        <dsp:cNvSpPr/>
      </dsp:nvSpPr>
      <dsp:spPr>
        <a:xfrm>
          <a:off x="1925001" y="3269066"/>
          <a:ext cx="2482378" cy="409117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127000" bIns="0" numCol="1" spcCol="1270" anchor="ctr" anchorCtr="0">
          <a:noAutofit/>
        </a:bodyPr>
        <a:lstStyle/>
        <a:p>
          <a:pPr marL="0" lvl="0" indent="0" algn="l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  <a:defRPr b="1"/>
          </a:pPr>
          <a:r>
            <a:rPr lang="en-US" sz="2000" kern="1200" dirty="0">
              <a:solidFill>
                <a:schemeClr val="bg1"/>
              </a:solidFill>
            </a:rPr>
            <a:t>Module-2</a:t>
          </a:r>
          <a:br>
            <a:rPr lang="en-US" sz="2000" kern="1200" dirty="0">
              <a:solidFill>
                <a:schemeClr val="bg1"/>
              </a:solidFill>
            </a:rPr>
          </a:br>
          <a:endParaRPr lang="en-US" sz="2000" kern="1200" dirty="0">
            <a:solidFill>
              <a:schemeClr val="bg1"/>
            </a:solidFill>
          </a:endParaRPr>
        </a:p>
      </dsp:txBody>
      <dsp:txXfrm>
        <a:off x="1925001" y="3269066"/>
        <a:ext cx="2482378" cy="409117"/>
      </dsp:txXfrm>
    </dsp:sp>
    <dsp:sp modelId="{33168228-1414-4AAF-B7E5-C08A80BBB2F1}">
      <dsp:nvSpPr>
        <dsp:cNvPr id="0" name=""/>
        <dsp:cNvSpPr/>
      </dsp:nvSpPr>
      <dsp:spPr>
        <a:xfrm>
          <a:off x="1700781" y="1966912"/>
          <a:ext cx="0" cy="1164412"/>
        </a:xfrm>
        <a:prstGeom prst="line">
          <a:avLst/>
        </a:prstGeom>
        <a:noFill/>
        <a:ln w="127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1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B57996C3-16BE-4CEB-B9E2-6FFC42938F41}">
      <dsp:nvSpPr>
        <dsp:cNvPr id="0" name=""/>
        <dsp:cNvSpPr/>
      </dsp:nvSpPr>
      <dsp:spPr>
        <a:xfrm>
          <a:off x="1663961" y="1930091"/>
          <a:ext cx="73641" cy="73641"/>
        </a:xfrm>
        <a:prstGeom prst="ellips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63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3">
          <a:scrgbClr r="0" g="0" b="0"/>
        </a:lnRef>
        <a:fillRef idx="1">
          <a:scrgbClr r="0" g="0" b="0"/>
        </a:fillRef>
        <a:effectRef idx="1">
          <a:scrgbClr r="0" g="0" b="0"/>
        </a:effectRef>
        <a:fontRef idx="minor">
          <a:schemeClr val="lt1"/>
        </a:fontRef>
      </dsp:style>
    </dsp:sp>
    <dsp:sp modelId="{7BC09B8D-1C75-4604-9F35-AEC078447C45}">
      <dsp:nvSpPr>
        <dsp:cNvPr id="0" name=""/>
        <dsp:cNvSpPr/>
      </dsp:nvSpPr>
      <dsp:spPr>
        <a:xfrm rot="8100000">
          <a:off x="3311750" y="463127"/>
          <a:ext cx="289289" cy="289289"/>
        </a:xfrm>
        <a:prstGeom prst="ellips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5875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1">
          <a:scrgbClr r="0" g="0" b="0"/>
        </a:effectRef>
        <a:fontRef idx="minor">
          <a:schemeClr val="lt1"/>
        </a:fontRef>
      </dsp:style>
    </dsp:sp>
    <dsp:sp modelId="{DFE91A1F-E910-48AB-A4C9-128002268483}">
      <dsp:nvSpPr>
        <dsp:cNvPr id="0" name=""/>
        <dsp:cNvSpPr/>
      </dsp:nvSpPr>
      <dsp:spPr>
        <a:xfrm>
          <a:off x="3343888" y="495265"/>
          <a:ext cx="225014" cy="225014"/>
        </a:xfrm>
        <a:prstGeom prst="star12">
          <a:avLst/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5875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FC8603F2-85FC-4134-978C-4054E468209C}">
      <dsp:nvSpPr>
        <dsp:cNvPr id="0" name=""/>
        <dsp:cNvSpPr/>
      </dsp:nvSpPr>
      <dsp:spPr>
        <a:xfrm>
          <a:off x="3667302" y="871326"/>
          <a:ext cx="2482378" cy="1164412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127000" rIns="127000" bIns="190500" numCol="1" spcCol="1270" anchor="t" anchorCtr="0">
          <a:noAutofit/>
        </a:bodyPr>
        <a:lstStyle/>
        <a:p>
          <a:pPr marL="0" lvl="0" indent="0" algn="l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000" i="1" kern="1200" dirty="0">
              <a:solidFill>
                <a:schemeClr val="bg1"/>
              </a:solidFill>
            </a:rPr>
            <a:t>Dashboard Interface</a:t>
          </a:r>
        </a:p>
      </dsp:txBody>
      <dsp:txXfrm>
        <a:off x="3667302" y="871326"/>
        <a:ext cx="2482378" cy="1164412"/>
      </dsp:txXfrm>
    </dsp:sp>
    <dsp:sp modelId="{4EB3AA5C-1289-44C6-9F3E-859ABA28E18F}">
      <dsp:nvSpPr>
        <dsp:cNvPr id="0" name=""/>
        <dsp:cNvSpPr/>
      </dsp:nvSpPr>
      <dsp:spPr>
        <a:xfrm>
          <a:off x="3667302" y="462208"/>
          <a:ext cx="2482378" cy="409117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177800" bIns="0" numCol="1" spcCol="1270" anchor="ctr" anchorCtr="0">
          <a:noAutofit/>
        </a:bodyPr>
        <a:lstStyle/>
        <a:p>
          <a:pPr marL="0" lvl="0" indent="0" algn="l" defTabSz="12446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  <a:defRPr b="1"/>
          </a:pPr>
          <a:r>
            <a:rPr lang="en-US" sz="2800" b="0" i="1" kern="1200" dirty="0">
              <a:solidFill>
                <a:schemeClr val="bg1"/>
              </a:solidFill>
            </a:rPr>
            <a:t>Module-3</a:t>
          </a:r>
        </a:p>
      </dsp:txBody>
      <dsp:txXfrm>
        <a:off x="3667302" y="462208"/>
        <a:ext cx="2482378" cy="409117"/>
      </dsp:txXfrm>
    </dsp:sp>
    <dsp:sp modelId="{0BB03C0E-97EC-4D66-9B09-35D689DAB28C}">
      <dsp:nvSpPr>
        <dsp:cNvPr id="0" name=""/>
        <dsp:cNvSpPr/>
      </dsp:nvSpPr>
      <dsp:spPr>
        <a:xfrm>
          <a:off x="3476058" y="753338"/>
          <a:ext cx="0" cy="1164412"/>
        </a:xfrm>
        <a:prstGeom prst="line">
          <a:avLst/>
        </a:prstGeom>
        <a:noFill/>
        <a:ln w="127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dash"/>
        </a:ln>
        <a:effectLst/>
      </dsp:spPr>
      <dsp:style>
        <a:lnRef idx="1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56361E50-9FEC-48AD-A369-C1A8379B35EC}">
      <dsp:nvSpPr>
        <dsp:cNvPr id="0" name=""/>
        <dsp:cNvSpPr/>
      </dsp:nvSpPr>
      <dsp:spPr>
        <a:xfrm>
          <a:off x="3439237" y="1880930"/>
          <a:ext cx="73641" cy="73641"/>
        </a:xfrm>
        <a:prstGeom prst="ellips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63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3">
          <a:scrgbClr r="0" g="0" b="0"/>
        </a:lnRef>
        <a:fillRef idx="1">
          <a:scrgbClr r="0" g="0" b="0"/>
        </a:fillRef>
        <a:effectRef idx="1">
          <a:scrgbClr r="0" g="0" b="0"/>
        </a:effectRef>
        <a:fontRef idx="minor">
          <a:schemeClr val="lt1"/>
        </a:fontRef>
      </dsp:style>
    </dsp:sp>
    <dsp:sp modelId="{C0DBECBF-E3AA-450B-95D4-8349AA21B4F8}">
      <dsp:nvSpPr>
        <dsp:cNvPr id="0" name=""/>
        <dsp:cNvSpPr/>
      </dsp:nvSpPr>
      <dsp:spPr>
        <a:xfrm rot="18900000">
          <a:off x="5019493" y="3230567"/>
          <a:ext cx="289289" cy="289289"/>
        </a:xfrm>
        <a:prstGeom prst="teardrop">
          <a:avLst>
            <a:gd name="adj" fmla="val 115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5875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1">
          <a:scrgbClr r="0" g="0" b="0"/>
        </a:effectRef>
        <a:fontRef idx="minor">
          <a:schemeClr val="lt1"/>
        </a:fontRef>
      </dsp:style>
    </dsp:sp>
    <dsp:sp modelId="{6EDDD44C-F5E4-49AD-B1D9-346B8B8AEE8F}">
      <dsp:nvSpPr>
        <dsp:cNvPr id="0" name=""/>
        <dsp:cNvSpPr/>
      </dsp:nvSpPr>
      <dsp:spPr>
        <a:xfrm>
          <a:off x="5051631" y="3262704"/>
          <a:ext cx="225014" cy="225014"/>
        </a:xfrm>
        <a:prstGeom prst="donut">
          <a:avLst/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5875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FE564261-183D-47F9-8E7E-BCFC5023A815}">
      <dsp:nvSpPr>
        <dsp:cNvPr id="0" name=""/>
        <dsp:cNvSpPr/>
      </dsp:nvSpPr>
      <dsp:spPr>
        <a:xfrm>
          <a:off x="5406724" y="2016268"/>
          <a:ext cx="2482378" cy="1164412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171450" rIns="0" bIns="114300" numCol="1" spcCol="1270" anchor="b" anchorCtr="0">
          <a:noAutofit/>
        </a:bodyPr>
        <a:lstStyle/>
        <a:p>
          <a:pPr marL="0" lvl="0" indent="0" algn="l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800" kern="1200" dirty="0">
              <a:solidFill>
                <a:schemeClr val="bg1"/>
              </a:solidFill>
            </a:rPr>
            <a:t>Interactive Features</a:t>
          </a:r>
        </a:p>
      </dsp:txBody>
      <dsp:txXfrm>
        <a:off x="5406724" y="2016268"/>
        <a:ext cx="2482378" cy="1164412"/>
      </dsp:txXfrm>
    </dsp:sp>
    <dsp:sp modelId="{3DA36ABE-9810-4ED4-9A55-2905E7588D06}">
      <dsp:nvSpPr>
        <dsp:cNvPr id="0" name=""/>
        <dsp:cNvSpPr/>
      </dsp:nvSpPr>
      <dsp:spPr>
        <a:xfrm>
          <a:off x="5406724" y="3180680"/>
          <a:ext cx="2482378" cy="409117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127000" bIns="0" numCol="1" spcCol="1270" anchor="ctr" anchorCtr="0">
          <a:noAutofit/>
        </a:bodyPr>
        <a:lstStyle/>
        <a:p>
          <a:pPr marL="0" lvl="0" indent="0" algn="l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  <a:defRPr b="1"/>
          </a:pPr>
          <a:r>
            <a:rPr lang="en-US" sz="2000" kern="1200" dirty="0">
              <a:solidFill>
                <a:schemeClr val="bg1"/>
              </a:solidFill>
            </a:rPr>
            <a:t>Module-4</a:t>
          </a:r>
        </a:p>
      </dsp:txBody>
      <dsp:txXfrm>
        <a:off x="5406724" y="3180680"/>
        <a:ext cx="2482378" cy="409117"/>
      </dsp:txXfrm>
    </dsp:sp>
    <dsp:sp modelId="{4B9F5909-A57C-4893-9C8A-D5960FE9BE37}">
      <dsp:nvSpPr>
        <dsp:cNvPr id="0" name=""/>
        <dsp:cNvSpPr/>
      </dsp:nvSpPr>
      <dsp:spPr>
        <a:xfrm>
          <a:off x="5164137" y="2035740"/>
          <a:ext cx="0" cy="1164412"/>
        </a:xfrm>
        <a:prstGeom prst="line">
          <a:avLst/>
        </a:prstGeom>
        <a:noFill/>
        <a:ln w="127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1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D891B168-1DA5-4124-931F-A51FCB8EFC11}">
      <dsp:nvSpPr>
        <dsp:cNvPr id="0" name=""/>
        <dsp:cNvSpPr/>
      </dsp:nvSpPr>
      <dsp:spPr>
        <a:xfrm>
          <a:off x="5127316" y="1998920"/>
          <a:ext cx="73641" cy="73641"/>
        </a:xfrm>
        <a:prstGeom prst="ellips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63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3">
          <a:scrgbClr r="0" g="0" b="0"/>
        </a:lnRef>
        <a:fillRef idx="1">
          <a:scrgbClr r="0" g="0" b="0"/>
        </a:fillRef>
        <a:effectRef idx="1">
          <a:scrgbClr r="0" g="0" b="0"/>
        </a:effectRef>
        <a:fontRef idx="minor">
          <a:schemeClr val="lt1"/>
        </a:fontRef>
      </dsp:style>
    </dsp:sp>
    <dsp:sp modelId="{488CC4C6-DFBC-460C-A9ED-BEDA8CC682D4}">
      <dsp:nvSpPr>
        <dsp:cNvPr id="0" name=""/>
        <dsp:cNvSpPr/>
      </dsp:nvSpPr>
      <dsp:spPr>
        <a:xfrm rot="8100000">
          <a:off x="6891800" y="453292"/>
          <a:ext cx="289289" cy="289289"/>
        </a:xfrm>
        <a:prstGeom prst="teardrop">
          <a:avLst>
            <a:gd name="adj" fmla="val 115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5875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1">
          <a:scrgbClr r="0" g="0" b="0"/>
        </a:effectRef>
        <a:fontRef idx="minor">
          <a:schemeClr val="lt1"/>
        </a:fontRef>
      </dsp:style>
    </dsp:sp>
    <dsp:sp modelId="{48CA82DA-B677-461B-A08D-337683480059}">
      <dsp:nvSpPr>
        <dsp:cNvPr id="0" name=""/>
        <dsp:cNvSpPr/>
      </dsp:nvSpPr>
      <dsp:spPr>
        <a:xfrm>
          <a:off x="6923937" y="485429"/>
          <a:ext cx="225014" cy="225014"/>
        </a:xfrm>
        <a:prstGeom prst="donut">
          <a:avLst/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5875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D1646913-A3FA-4470-A3E9-C64B0A13A62A}">
      <dsp:nvSpPr>
        <dsp:cNvPr id="0" name=""/>
        <dsp:cNvSpPr/>
      </dsp:nvSpPr>
      <dsp:spPr>
        <a:xfrm>
          <a:off x="7270513" y="881161"/>
          <a:ext cx="2482378" cy="1164412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127000" rIns="127000" bIns="190500" numCol="1" spcCol="1270" anchor="t" anchorCtr="0">
          <a:noAutofit/>
        </a:bodyPr>
        <a:lstStyle/>
        <a:p>
          <a:pPr marL="0" lvl="0" indent="0" algn="l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000" kern="1200" dirty="0">
              <a:solidFill>
                <a:schemeClr val="bg1"/>
              </a:solidFill>
            </a:rPr>
            <a:t>Integrated AI Assistant</a:t>
          </a:r>
        </a:p>
      </dsp:txBody>
      <dsp:txXfrm>
        <a:off x="7270513" y="881161"/>
        <a:ext cx="2482378" cy="1164412"/>
      </dsp:txXfrm>
    </dsp:sp>
    <dsp:sp modelId="{6EC2FC68-E1B8-4274-8090-C2C96A4CD82C}">
      <dsp:nvSpPr>
        <dsp:cNvPr id="0" name=""/>
        <dsp:cNvSpPr/>
      </dsp:nvSpPr>
      <dsp:spPr>
        <a:xfrm>
          <a:off x="7270513" y="472043"/>
          <a:ext cx="2482378" cy="409117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127000" bIns="0" numCol="1" spcCol="1270" anchor="ctr" anchorCtr="0">
          <a:noAutofit/>
        </a:bodyPr>
        <a:lstStyle/>
        <a:p>
          <a:pPr marL="0" lvl="0" indent="0" algn="l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  <a:defRPr b="1"/>
          </a:pPr>
          <a:r>
            <a:rPr lang="en-US" sz="2000" kern="1200" dirty="0">
              <a:solidFill>
                <a:schemeClr val="bg1"/>
              </a:solidFill>
            </a:rPr>
            <a:t>Module-5</a:t>
          </a:r>
        </a:p>
      </dsp:txBody>
      <dsp:txXfrm>
        <a:off x="7270513" y="472043"/>
        <a:ext cx="2482378" cy="409117"/>
      </dsp:txXfrm>
    </dsp:sp>
    <dsp:sp modelId="{4F41BF23-550C-4E7F-977E-3D22E3AF7B51}">
      <dsp:nvSpPr>
        <dsp:cNvPr id="0" name=""/>
        <dsp:cNvSpPr/>
      </dsp:nvSpPr>
      <dsp:spPr>
        <a:xfrm flipH="1">
          <a:off x="7046275" y="706989"/>
          <a:ext cx="0" cy="1383193"/>
        </a:xfrm>
        <a:prstGeom prst="line">
          <a:avLst/>
        </a:prstGeom>
        <a:noFill/>
        <a:ln w="127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1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278CF1E0-B1C4-4B10-A5EC-FD7EF0557E2D}">
      <dsp:nvSpPr>
        <dsp:cNvPr id="0" name=""/>
        <dsp:cNvSpPr/>
      </dsp:nvSpPr>
      <dsp:spPr>
        <a:xfrm flipH="1">
          <a:off x="7003793" y="1937053"/>
          <a:ext cx="84964" cy="87477"/>
        </a:xfrm>
        <a:prstGeom prst="ellips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63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3">
          <a:scrgbClr r="0" g="0" b="0"/>
        </a:lnRef>
        <a:fillRef idx="1">
          <a:scrgbClr r="0" g="0" b="0"/>
        </a:fillRef>
        <a:effectRef idx="1">
          <a:scrgbClr r="0" g="0" b="0"/>
        </a:effectRef>
        <a:fontRef idx="minor">
          <a:schemeClr val="lt1"/>
        </a:fontRef>
      </dsp:style>
    </dsp:sp>
    <dsp:sp modelId="{73F98938-B973-410F-B6E0-43437FA146E6}">
      <dsp:nvSpPr>
        <dsp:cNvPr id="0" name=""/>
        <dsp:cNvSpPr/>
      </dsp:nvSpPr>
      <dsp:spPr>
        <a:xfrm rot="18900000">
          <a:off x="10082922" y="1834387"/>
          <a:ext cx="289289" cy="289289"/>
        </a:xfrm>
        <a:prstGeom prst="ellips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5875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1">
          <a:scrgbClr r="0" g="0" b="0"/>
        </a:effectRef>
        <a:fontRef idx="minor">
          <a:schemeClr val="lt1"/>
        </a:fontRef>
      </dsp:style>
    </dsp:sp>
    <dsp:sp modelId="{26BE64BD-02BC-4C6F-AC50-F9617E59754D}">
      <dsp:nvSpPr>
        <dsp:cNvPr id="0" name=""/>
        <dsp:cNvSpPr/>
      </dsp:nvSpPr>
      <dsp:spPr>
        <a:xfrm>
          <a:off x="10115059" y="1866524"/>
          <a:ext cx="225014" cy="225014"/>
        </a:xfrm>
        <a:prstGeom prst="star12">
          <a:avLst/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5875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5C5070CD-E29E-4F50-9A43-342A2DE968FF}">
      <dsp:nvSpPr>
        <dsp:cNvPr id="0" name=""/>
        <dsp:cNvSpPr/>
      </dsp:nvSpPr>
      <dsp:spPr>
        <a:xfrm>
          <a:off x="7865906" y="1966912"/>
          <a:ext cx="2482378" cy="1164412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142875" rIns="0" bIns="95250" numCol="1" spcCol="1270" anchor="b" anchorCtr="0">
          <a:noAutofit/>
        </a:bodyPr>
        <a:lstStyle/>
        <a:p>
          <a:pPr marL="0" lvl="0" indent="0" algn="l" defTabSz="6667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1500" kern="1200" dirty="0">
            <a:solidFill>
              <a:schemeClr val="bg1"/>
            </a:solidFill>
          </a:endParaRPr>
        </a:p>
      </dsp:txBody>
      <dsp:txXfrm>
        <a:off x="7865906" y="1966912"/>
        <a:ext cx="2482378" cy="1164412"/>
      </dsp:txXfrm>
    </dsp:sp>
    <dsp:sp modelId="{6FED4196-A0D3-4E5C-83DA-99291A8FFFC3}">
      <dsp:nvSpPr>
        <dsp:cNvPr id="0" name=""/>
        <dsp:cNvSpPr/>
      </dsp:nvSpPr>
      <dsp:spPr>
        <a:xfrm>
          <a:off x="7865906" y="3131324"/>
          <a:ext cx="2482378" cy="409117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127000" bIns="0" numCol="1" spcCol="1270" anchor="ctr" anchorCtr="0">
          <a:noAutofit/>
        </a:bodyPr>
        <a:lstStyle/>
        <a:p>
          <a:pPr marL="0" lvl="0" indent="0" algn="l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  <a:defRPr b="1"/>
          </a:pPr>
          <a:endParaRPr lang="en-US" sz="2000" b="0" i="1" kern="1200" dirty="0">
            <a:solidFill>
              <a:schemeClr val="bg1"/>
            </a:solidFill>
          </a:endParaRPr>
        </a:p>
      </dsp:txBody>
      <dsp:txXfrm>
        <a:off x="7865906" y="3131324"/>
        <a:ext cx="2482378" cy="409117"/>
      </dsp:txXfrm>
    </dsp:sp>
    <dsp:sp modelId="{54DE4918-169B-4E9C-B946-44A9D45AEC94}">
      <dsp:nvSpPr>
        <dsp:cNvPr id="0" name=""/>
        <dsp:cNvSpPr/>
      </dsp:nvSpPr>
      <dsp:spPr>
        <a:xfrm flipV="1">
          <a:off x="10237398" y="3210899"/>
          <a:ext cx="0" cy="722925"/>
        </a:xfrm>
        <a:prstGeom prst="line">
          <a:avLst/>
        </a:prstGeom>
        <a:noFill/>
        <a:ln w="127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1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A64C6D16-2F77-439A-848A-F1081C5E5CBE}">
      <dsp:nvSpPr>
        <dsp:cNvPr id="0" name=""/>
        <dsp:cNvSpPr/>
      </dsp:nvSpPr>
      <dsp:spPr>
        <a:xfrm flipV="1">
          <a:off x="10166623" y="2967296"/>
          <a:ext cx="141550" cy="45720"/>
        </a:xfrm>
        <a:prstGeom prst="ellips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63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3">
          <a:scrgbClr r="0" g="0" b="0"/>
        </a:lnRef>
        <a:fillRef idx="1">
          <a:scrgbClr r="0" g="0" b="0"/>
        </a:fillRef>
        <a:effectRef idx="1">
          <a:scrgbClr r="0" g="0" b="0"/>
        </a:effectRef>
        <a:fontRef idx="minor">
          <a:schemeClr val="lt1"/>
        </a:fontRef>
      </dsp:style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17/3/layout/DropPinTimeline">
  <dgm:title val="Drop Pin Timeline"/>
  <dgm:desc val="Use to show a list of events in chronological order. An invisible box next to the pin contains the date and the description is immediately below. It can display a medium amount of text and medium length date format."/>
  <dgm:catLst>
    <dgm:cat type="timeline" pri="500"/>
    <dgm:cat type="process" pri="600"/>
  </dgm:catLst>
  <dgm:sampData>
    <dgm:dataModel>
      <dgm:ptLst>
        <dgm:pt modelId="0" type="doc"/>
        <dgm:pt modelId="10">
          <dgm:prSet phldr="1"/>
        </dgm:pt>
        <dgm:pt modelId="11">
          <dgm:prSet phldr="1"/>
        </dgm:pt>
        <dgm:pt modelId="20">
          <dgm:prSet phldr="1"/>
        </dgm:pt>
        <dgm:pt modelId="21">
          <dgm:prSet phldr="1"/>
        </dgm:pt>
        <dgm:pt modelId="30">
          <dgm:prSet phldr="1"/>
        </dgm:pt>
        <dgm:pt modelId="31">
          <dgm:prSet phldr="1"/>
        </dgm:pt>
      </dgm:ptLst>
      <dgm:cxnLst>
        <dgm:cxn modelId="40" srcId="0" destId="10" srcOrd="0" destOrd="0"/>
        <dgm:cxn modelId="12" srcId="10" destId="11" srcOrd="0" destOrd="0"/>
        <dgm:cxn modelId="50" srcId="0" destId="20" srcOrd="1" destOrd="0"/>
        <dgm:cxn modelId="22" srcId="20" destId="21" srcOrd="0" destOrd="0"/>
        <dgm:cxn modelId="60" srcId="0" destId="30" srcOrd="1" destOrd="0"/>
        <dgm:cxn modelId="32" srcId="30" destId="31" srcOrd="0" destOrd="0"/>
      </dgm:cxnLst>
      <dgm:bg/>
      <dgm:whole/>
    </dgm:dataModel>
  </dgm:sampData>
  <dgm:styleData>
    <dgm:dataModel>
      <dgm:ptLst>
        <dgm:pt modelId="0" type="doc"/>
        <dgm:pt modelId="10">
          <dgm:prSet phldr="1"/>
        </dgm:pt>
        <dgm:pt modelId="20">
          <dgm:prSet phldr="1"/>
        </dgm:pt>
      </dgm:ptLst>
      <dgm:cxnLst>
        <dgm:cxn modelId="60" srcId="0" destId="10" srcOrd="0" destOrd="0"/>
        <dgm:cxn modelId="70" srcId="0" destId="20" srcOrd="1" destOrd="0"/>
      </dgm:cxnLst>
      <dgm:bg/>
      <dgm:whole/>
    </dgm:dataModel>
  </dgm:styleData>
  <dgm:clrData>
    <dgm:dataModel>
      <dgm:ptLst>
        <dgm:pt modelId="0" type="doc"/>
        <dgm:pt modelId="10">
          <dgm:prSet phldr="1"/>
        </dgm:pt>
        <dgm:pt modelId="20">
          <dgm:prSet phldr="1"/>
        </dgm:pt>
        <dgm:pt modelId="30">
          <dgm:prSet phldr="1"/>
        </dgm:pt>
        <dgm:pt modelId="40">
          <dgm:prSet phldr="1"/>
        </dgm:pt>
      </dgm:ptLst>
      <dgm:cxnLst>
        <dgm:cxn modelId="60" srcId="0" destId="10" srcOrd="0" destOrd="0"/>
        <dgm:cxn modelId="70" srcId="0" destId="20" srcOrd="1" destOrd="0"/>
        <dgm:cxn modelId="80" srcId="0" destId="30" srcOrd="2" destOrd="0"/>
        <dgm:cxn modelId="90" srcId="0" destId="40" srcOrd="3" destOrd="0"/>
      </dgm:cxnLst>
      <dgm:bg/>
      <dgm:whole/>
    </dgm:dataModel>
  </dgm:clrData>
  <dgm:layoutNode name="root">
    <dgm:varLst>
      <dgm:chMax/>
      <dgm:chPref/>
      <dgm:animLvl val="lvl"/>
    </dgm:varLst>
    <dgm:alg type="composite"/>
    <dgm:shape xmlns:r="http://schemas.openxmlformats.org/officeDocument/2006/relationships" r:blip="">
      <dgm:adjLst/>
    </dgm:shape>
    <dgm:constrLst>
      <dgm:constr type="w" for="ch" forName="divider" refType="w"/>
      <dgm:constr type="h" for="ch" forName="divider"/>
      <dgm:constr type="ctrY" for="ch" forName="divider" refType="h" fact="0.5"/>
      <dgm:constr type="l" for="ch" forName="divider"/>
      <dgm:constr type="w" for="ch" forName="nodes" refType="w"/>
      <dgm:constr type="h" for="ch" forName="nodes" refType="h" fact="0.8"/>
      <dgm:constr type="ctrY" for="ch" forName="nodes" refType="h" fact="0.5"/>
    </dgm:constrLst>
    <dgm:layoutNode name="divider" styleLbl="fgAcc1">
      <dgm:alg type="sp"/>
      <dgm:choose name="ArrowShape">
        <dgm:if name="ArrowShapeLTR" func="var" arg="dir" op="equ" val="norm">
          <dgm:shape xmlns:r="http://schemas.openxmlformats.org/officeDocument/2006/relationships" type="line" r:blip="" zOrderOff="-1">
            <dgm:adjLst/>
            <dgm:extLst>
              <a:ext uri="{B698B0E9-8C71-41B9-8309-B3DCBF30829C}">
                <dgm1612:spPr xmlns:dgm1612="http://schemas.microsoft.com/office/drawing/2016/12/diagram">
                  <a:ln w="19050">
                    <a:solidFill>
                      <a:srgbClr val="000000"/>
                    </a:solidFill>
                    <a:tailEnd type="triangle" w="lg" len="lg"/>
                  </a:ln>
                </dgm1612:spPr>
              </a:ext>
            </dgm:extLst>
          </dgm:shape>
        </dgm:if>
        <dgm:else name="ArrowShapeRTL">
          <dgm:shape xmlns:r="http://schemas.openxmlformats.org/officeDocument/2006/relationships" type="line" r:blip="" zOrderOff="-1">
            <dgm:adjLst/>
            <dgm:extLst>
              <a:ext uri="{B698B0E9-8C71-41B9-8309-B3DCBF30829C}">
                <dgm1612:spPr xmlns:dgm1612="http://schemas.microsoft.com/office/drawing/2016/12/diagram">
                  <a:ln>
                    <a:solidFill>
                      <a:srgbClr val="000000"/>
                    </a:solidFill>
                    <a:headEnd type="triangle" w="lg" len="lg"/>
                  </a:ln>
                </dgm1612:spPr>
              </a:ext>
            </dgm:extLst>
          </dgm:shape>
        </dgm:else>
      </dgm:choose>
      <dgm:presOf/>
      <dgm:constrLst/>
      <dgm:ruleLst/>
    </dgm:layoutNode>
    <dgm:layoutNode name="nodes">
      <dgm:varLst>
        <dgm:chMax/>
        <dgm:chPref/>
        <dgm:animLvl val="lvl"/>
      </dgm:varLst>
      <dgm:choose name="Name1">
        <dgm:if name="Name2" func="var" arg="dir" op="equ" val="norm">
          <dgm:alg type="lin"/>
        </dgm:if>
        <dgm:else name="Name3">
          <dgm:alg type="lin">
            <dgm:param type="linDir" val="fromR"/>
          </dgm:alg>
        </dgm:else>
      </dgm:choose>
      <dgm:shape xmlns:r="http://schemas.openxmlformats.org/officeDocument/2006/relationships" r:blip="">
        <dgm:adjLst/>
      </dgm:shape>
      <dgm:constrLst>
        <dgm:constr type="primFontSz" for="des" forName="L1TextContainer" val="20"/>
        <dgm:constr type="primFontSz" for="des" forName="L2TextContainer" refType="primFontSz" refFor="des" refForName="L1TextContainer" op="equ" fact="0.75"/>
        <dgm:constr type="w" for="ch" forName="composite" refType="w"/>
        <dgm:constr type="h" for="ch" forName="composite" refType="h"/>
        <dgm:constr type="w" for="ch" forName="spaceBetweenRectangles" refType="w" refFor="ch" refForName="composite" fact="-0.5"/>
        <dgm:constr type="w" for="ch" ptType="sibTrans" op="equ"/>
        <dgm:constr type="primFontSz" for="des" forName="L1TextContainer" op="equ"/>
        <dgm:constr type="primFontSz" for="des" forName="L2TextContainer" op="equ"/>
        <dgm:constr type="primFontSz" for="des" forName="L1TextContainer1" val="20"/>
        <dgm:constr type="primFontSz" for="des" forName="L2TextContainer1" refType="primFontSz" refFor="des" refForName="L1TextContainer1" op="equ" fact="0.75"/>
        <dgm:constr type="w" for="ch" forName="composite1" refType="w"/>
        <dgm:constr type="h" for="ch" forName="composite1" refType="h"/>
        <dgm:constr type="w" for="ch" forName="spaceBetweenRectangles1" refType="w" refFor="ch" refForName="composite1" fact="0.28"/>
        <dgm:constr type="primFontSz" for="des" forName="L1TextContainer1" op="equ"/>
        <dgm:constr type="primFontSz" for="des" forName="L2TextContainer1" op="equ"/>
      </dgm:constrLst>
      <dgm:choose name="LayoutBasedOnCountOfNodes">
        <dgm:if name="LessThanOrEqualToTwoNodes" axis="ch" ptType="node" func="cnt" op="lte" val="2">
          <dgm:forEach name="nodesForEach1" axis="ch" ptType="node">
            <dgm:layoutNode name="composite1">
              <dgm:alg type="composite"/>
              <dgm:shape xmlns:r="http://schemas.openxmlformats.org/officeDocument/2006/relationships" r:blip="">
                <dgm:adjLst/>
              </dgm:shape>
              <dgm:choose name="CaseForLayoutDirection1">
                <dgm:if name="CaseForLayoutDirectionLTR1" func="var" arg="dir" op="equ" val="norm">
                  <dgm:choose name="CaseForPlacingNodesAboveAndBelowDividerLTR1">
                    <dgm:if name="CaseForPlacingNodeAboveDividerLTR1" axis="self" ptType="node" func="posOdd" op="equ" val="1">
                      <dgm:constrLst>
                        <dgm:constr type="w" for="ch" forName="ConnectorPoint1" refType="h" refFor="ch" refForName="DropPinPlaceHolder1" fact="0.18"/>
                        <dgm:constr type="h" for="ch" forName="ConnectorPoint1" refType="h" refFor="ch" refForName="DropPinPlaceHolder1" fact="0.18"/>
                        <dgm:constr type="ctrX" for="ch" forName="ConnectorPoint1" refType="ctrX" refFor="ch" refForName="ConnectLine1"/>
                        <dgm:constr type="ctrY" for="ch" forName="ConnectorPoint1" refType="h" fact="0.5"/>
                        <dgm:constr type="w" for="ch" forName="DropPinPlaceHolder1" refType="h" fact="0.13"/>
                        <dgm:constr type="h" for="ch" forName="DropPinPlaceHolder1" refType="h" fact="0.13"/>
                        <dgm:constr type="t" for="ch" forName="DropPinPlaceHolder1" refType="h" fact="0"/>
                        <dgm:constr type="l" for="ch" forName="DropPinPlaceHolder1" refType="w" fact="0"/>
                        <dgm:constr type="w" for="ch" forName="L2TextContainer1" refType="w" fact="0.83"/>
                        <dgm:constr type="l" for="ch" forName="L2TextContainer1" refType="r" refFor="ch" refForName="DropPinPlaceHolder1"/>
                        <dgm:constr type="t" for="ch" forName="L2TextContainer1" refType="b" refFor="ch" refForName="DropPinPlaceHolder1"/>
                        <dgm:constr type="b" for="ch" forName="L2TextContainer1" refType="h" fact="0.5"/>
                        <dgm:constr type="w" for="ch" forName="L1TextContainer1" refType="w" fact="0.83"/>
                        <dgm:constr type="l" for="ch" forName="L1TextContainer1" refType="r" refFor="ch" refForName="DropPinPlaceHolder1"/>
                        <dgm:constr type="b" for="ch" forName="L1TextContainer1" refType="b" refFor="ch" refForName="DropPinPlaceHolder1"/>
                        <dgm:constr type="t" for="ch" forName="L1TextContainer1" refType="t" refFor="ch" refForName="DropPinPlaceHolder1"/>
                        <dgm:constr type="w" for="ch" forName="ConnectLine1"/>
                        <dgm:constr type="ctrX" for="ch" forName="ConnectLine1" refType="ctrX" refFor="ch" refForName="DropPinPlaceHolder1"/>
                        <dgm:constr type="b" for="ch" forName="ConnectLine1" refType="h" fact="0.5"/>
                        <dgm:constr type="t" for="ch" forName="ConnectLine1" refType="b" refFor="ch" refForName="DropPinPlaceHolder1"/>
                        <dgm:constr type="w" for="ch" forName="EmptyPlaceHolder1" refType="w"/>
                        <dgm:constr type="h" for="ch" forName="EmptyPlaceHolder1" refType="h" fact="0.5"/>
                        <dgm:constr type="t" for="ch" forName="EmptyPlaceHolder1" refType="h" fact="0.5"/>
                      </dgm:constrLst>
                    </dgm:if>
                    <dgm:else name="CaseForPlacingNodeBelowDividerLTR1">
                      <dgm:constrLst>
                        <dgm:constr type="w" for="ch" forName="ConnectorPoint1" refType="h" refFor="ch" refForName="DropPinPlaceHolder1" fact="0.18"/>
                        <dgm:constr type="h" for="ch" forName="ConnectorPoint1" refType="h" refFor="ch" refForName="DropPinPlaceHolder1" fact="0.18"/>
                        <dgm:constr type="ctrX" for="ch" forName="ConnectorPoint1" refType="ctrX" refFor="ch" refForName="ConnectLine1"/>
                        <dgm:constr type="ctrY" for="ch" forName="ConnectorPoint1" refType="h" fact="0.5"/>
                        <dgm:constr type="w" for="ch" forName="DropPinPlaceHolder1" refType="h" fact="0.13"/>
                        <dgm:constr type="h" for="ch" forName="DropPinPlaceHolder1" refType="h" fact="0.13"/>
                        <dgm:constr type="b" for="ch" forName="DropPinPlaceHolder1" refType="h"/>
                        <dgm:constr type="l" for="ch" forName="DropPinPlaceHolder1" refType="w" fact="0"/>
                        <dgm:constr type="w" for="ch" forName="L2TextContainer1" refType="w" fact="0.83"/>
                        <dgm:constr type="l" for="ch" forName="L2TextContainer1" refType="r" refFor="ch" refForName="DropPinPlaceHolder1"/>
                        <dgm:constr type="b" for="ch" forName="L2TextContainer1" refType="t" refFor="ch" refForName="DropPinPlaceHolder1"/>
                        <dgm:constr type="t" for="ch" forName="L2TextContainer1" refType="h" fact="0.5"/>
                        <dgm:constr type="w" for="ch" forName="L1TextContainer1" refType="w" fact="0.83"/>
                        <dgm:constr type="l" for="ch" forName="L1TextContainer1" refType="r" refFor="ch" refForName="DropPinPlaceHolder1"/>
                        <dgm:constr type="b" for="ch" forName="L1TextContainer1" refType="b" refFor="ch" refForName="DropPinPlaceHolder1"/>
                        <dgm:constr type="t" for="ch" forName="L1TextContainer1" refType="t" refFor="ch" refForName="DropPinPlaceHolder1"/>
                        <dgm:constr type="w" for="ch" forName="ConnectLine1"/>
                        <dgm:constr type="ctrX" for="ch" forName="ConnectLine1" refType="ctrX" refFor="ch" refForName="DropPinPlaceHolder1"/>
                        <dgm:constr type="t" for="ch" forName="ConnectLine1" refType="h" fact="0.5"/>
                        <dgm:constr type="b" for="ch" forName="ConnectLine1" refType="t" refFor="ch" refForName="DropPinPlaceHolder1"/>
                        <dgm:constr type="w" for="ch" forName="EmptyPlaceHolder1" refType="w"/>
                        <dgm:constr type="h" for="ch" forName="EmptyPlaceHolder1" refType="h" fact="0.5"/>
                        <dgm:constr type="t" for="ch" forName="EmptyPlaceHolder1" refType="h" fact="0"/>
                      </dgm:constrLst>
                    </dgm:else>
                  </dgm:choose>
                </dgm:if>
                <dgm:else name="CaseForLayoutDirectionRTL1">
                  <dgm:choose name="CaseForPlacingNodesAboveAndBelowDividerRTL1">
                    <dgm:if name="CaseForPlacingNodeAboveDividerRTL1" axis="self" ptType="node" func="posOdd" op="equ" val="1">
                      <dgm:constrLst>
                        <dgm:constr type="w" for="ch" forName="ConnectorPoint1" refType="h" refFor="ch" refForName="DropPinPlaceHolder1" fact="0.18"/>
                        <dgm:constr type="h" for="ch" forName="ConnectorPoint1" refType="h" refFor="ch" refForName="DropPinPlaceHolder1" fact="0.18"/>
                        <dgm:constr type="ctrX" for="ch" forName="ConnectorPoint1" refType="ctrX" refFor="ch" refForName="ConnectLine1"/>
                        <dgm:constr type="ctrY" for="ch" forName="ConnectorPoint1" refType="h" fact="0.5"/>
                        <dgm:constr type="w" for="ch" forName="DropPinPlaceHolder1" refType="h" fact="0.13"/>
                        <dgm:constr type="h" for="ch" forName="DropPinPlaceHolder1" refType="h" fact="0.13"/>
                        <dgm:constr type="t" for="ch" forName="DropPinPlaceHolder1" refType="h" fact="0"/>
                        <dgm:constr type="l" for="ch" forName="DropPinPlaceHolder1" refType="w" fact="0"/>
                        <dgm:constr type="w" for="ch" forName="L2TextContainer1" refType="w" fact="0.83"/>
                        <dgm:constr type="l" for="ch" forName="L2TextContainer1" refType="r" refFor="ch" refForName="DropPinPlaceHolder1"/>
                        <dgm:constr type="t" for="ch" forName="L2TextContainer1" refType="b" refFor="ch" refForName="DropPinPlaceHolder1"/>
                        <dgm:constr type="b" for="ch" forName="L2TextContainer1" refType="h" fact="0.5"/>
                        <dgm:constr type="w" for="ch" forName="L1TextContainer1" refType="w" fact="0.83"/>
                        <dgm:constr type="l" for="ch" forName="L1TextContainer1" refType="r" refFor="ch" refForName="DropPinPlaceHolder1"/>
                        <dgm:constr type="b" for="ch" forName="L1TextContainer1" refType="b" refFor="ch" refForName="DropPinPlaceHolder1"/>
                        <dgm:constr type="t" for="ch" forName="L1TextContainer1" refType="t" refFor="ch" refForName="DropPinPlaceHolder1"/>
                        <dgm:constr type="w" for="ch" forName="ConnectLine1"/>
                        <dgm:constr type="ctrX" for="ch" forName="ConnectLine1" refType="ctrX" refFor="ch" refForName="DropPinPlaceHolder1"/>
                        <dgm:constr type="b" for="ch" forName="ConnectLine1" refType="h" fact="0.5"/>
                        <dgm:constr type="t" for="ch" forName="ConnectLine1" refType="b" refFor="ch" refForName="DropPinPlaceHolder1"/>
                        <dgm:constr type="w" for="ch" forName="EmptyPlaceHolder1" refType="w"/>
                        <dgm:constr type="h" for="ch" forName="EmptyPlaceHolder1" refType="h" fact="0.5"/>
                        <dgm:constr type="t" for="ch" forName="EmptyPlaceHolder1" refType="h" fact="0.5"/>
                      </dgm:constrLst>
                    </dgm:if>
                    <dgm:else name="CaseForPlacingNodeBelowDividerRTL1">
                      <dgm:constrLst>
                        <dgm:constr type="w" for="ch" forName="ConnectorPoint1" refType="h" refFor="ch" refForName="DropPinPlaceHolder1" fact="0.18"/>
                        <dgm:constr type="h" for="ch" forName="ConnectorPoint1" refType="h" refFor="ch" refForName="DropPinPlaceHolder1" fact="0.18"/>
                        <dgm:constr type="ctrX" for="ch" forName="ConnectorPoint1" refType="ctrX" refFor="ch" refForName="ConnectLine1"/>
                        <dgm:constr type="ctrY" for="ch" forName="ConnectorPoint1" refType="h" fact="0.5"/>
                        <dgm:constr type="w" for="ch" forName="DropPinPlaceHolder1" refType="h" fact="0.13"/>
                        <dgm:constr type="h" for="ch" forName="DropPinPlaceHolder1" refType="h" fact="0.13"/>
                        <dgm:constr type="b" for="ch" forName="DropPinPlaceHolder1" refType="h"/>
                        <dgm:constr type="l" for="ch" forName="DropPinPlaceHolder1" refType="w" fact="0"/>
                        <dgm:constr type="w" for="ch" forName="L2TextContainer1" refType="w" fact="0.83"/>
                        <dgm:constr type="l" for="ch" forName="L2TextContainer1" refType="r" refFor="ch" refForName="DropPinPlaceHolder1"/>
                        <dgm:constr type="b" for="ch" forName="L2TextContainer1" refType="t" refFor="ch" refForName="DropPinPlaceHolder1"/>
                        <dgm:constr type="t" for="ch" forName="L2TextContainer1" refType="h" fact="0.5"/>
                        <dgm:constr type="w" for="ch" forName="L1TextContainer1" refType="w" fact="0.83"/>
                        <dgm:constr type="l" for="ch" forName="L1TextContainer1" refType="r" refFor="ch" refForName="DropPinPlaceHolder1"/>
                        <dgm:constr type="b" for="ch" forName="L1TextContainer1" refType="b" refFor="ch" refForName="DropPinPlaceHolder1"/>
                        <dgm:constr type="t" for="ch" forName="L1TextContainer1" refType="t" refFor="ch" refForName="DropPinPlaceHolder1"/>
                        <dgm:constr type="w" for="ch" forName="ConnectLine1"/>
                        <dgm:constr type="ctrX" for="ch" forName="ConnectLine1" refType="ctrX" refFor="ch" refForName="DropPinPlaceHolder1"/>
                        <dgm:constr type="t" for="ch" forName="ConnectLine1" refType="h" fact="0.5"/>
                        <dgm:constr type="b" for="ch" forName="ConnectLine1" refType="t" refFor="ch" refForName="DropPinPlaceHolder1"/>
                        <dgm:constr type="w" for="ch" forName="EmptyPlaceHolder1" refType="w"/>
                        <dgm:constr type="h" for="ch" forName="EmptyPlaceHolder1" refType="h" fact="0.5"/>
                        <dgm:constr type="t" for="ch" forName="EmptyPlaceHolder1" refType="h" fact="0"/>
                      </dgm:constrLst>
                    </dgm:else>
                  </dgm:choose>
                </dgm:else>
              </dgm:choose>
              <dgm:layoutNode name="ConnectorPoint1" styleLbl="lnNode1" moveWith="ConnectLine1">
                <dgm:alg type="sp"/>
                <dgm:shape xmlns:r="http://schemas.openxmlformats.org/officeDocument/2006/relationships" type="ellipse" r:blip="" zOrderOff="10">
                  <dgm:adjLst/>
                </dgm:shape>
                <dgm:presOf/>
                <dgm:constrLst>
                  <dgm:constr type="w" refType="h" op="equ"/>
                </dgm:constrLst>
              </dgm:layoutNode>
              <dgm:layoutNode name="DropPinPlaceHolder1">
                <dgm:alg type="composite"/>
                <dgm:shape xmlns:r="http://schemas.openxmlformats.org/officeDocument/2006/relationships" r:blip="">
                  <dgm:adjLst/>
                </dgm:shape>
                <dgm:constrLst>
                  <dgm:constr type="w" for="ch" forName="DropPin1" refType="w"/>
                  <dgm:constr type="h" for="ch" forName="DropPin1" refType="h"/>
                  <dgm:constr type="ctrX" for="ch" forName="DropPin1" refType="w" fact="0.5"/>
                  <dgm:constr type="ctrY" for="ch" forName="DropPin1" refType="h" fact="0.5"/>
                  <dgm:constr type="w" for="ch" forName="Ellipse1" refType="w" refFor="ch" refForName="DropPin1" fact="0.55"/>
                  <dgm:constr type="h" for="ch" forName="Ellipse1" refType="w" refFor="ch" refForName="DropPin1" fact="0.55"/>
                  <dgm:constr type="ctrX" for="ch" forName="Ellipse1" refType="ctrX" refFor="ch" refForName="DropPin1"/>
                  <dgm:constr type="ctrY" for="ch" forName="Ellipse1" refType="ctrY" refFor="ch" refForName="DropPin1"/>
                </dgm:constrLst>
                <dgm:layoutNode name="DropPin1" styleLbl="alignNode1">
                  <dgm:alg type="sp"/>
                  <dgm:choose name="CaseForPlacingTearDropAboveAndBelowDivider1">
                    <dgm:if name="CaseForPlacingTearDropAboveDivider1" axis="self" ptType="node" func="posOdd" op="equ" val="1">
                      <dgm:shape xmlns:r="http://schemas.openxmlformats.org/officeDocument/2006/relationships" rot="135" type="teardrop" r:blip="">
                        <dgm:adjLst>
                          <dgm:adj idx="1" val="1.15"/>
                        </dgm:adjLst>
                      </dgm:shape>
                    </dgm:if>
                    <dgm:else name="CaseForPlacingTearDropBelowDivider1">
                      <dgm:shape xmlns:r="http://schemas.openxmlformats.org/officeDocument/2006/relationships" rot="-45" type="teardrop" r:blip="">
                        <dgm:adjLst>
                          <dgm:adj idx="1" val="1.15"/>
                        </dgm:adjLst>
                      </dgm:shape>
                    </dgm:else>
                  </dgm:choose>
                  <dgm:presOf/>
                  <dgm:constrLst/>
                </dgm:layoutNode>
                <dgm:layoutNode name="Ellipse1" styleLbl="fgAcc1" moveWith="DropPin1">
                  <dgm:alg type="sp"/>
                  <dgm:shape xmlns:r="http://schemas.openxmlformats.org/officeDocument/2006/relationships" type="ellipse" r:blip="">
                    <dgm:adjLst/>
                    <dgm:extLst>
                      <a:ext uri="{B698B0E9-8C71-41B9-8309-B3DCBF30829C}">
                        <dgm1612:spPr xmlns:dgm1612="http://schemas.microsoft.com/office/drawing/2016/12/diagram">
                          <a:ln>
                            <a:noFill/>
                          </a:ln>
                        </dgm1612:spPr>
                      </a:ext>
                    </dgm:extLst>
                  </dgm:shape>
                  <dgm:presOf/>
                  <dgm:constrLst/>
                </dgm:layoutNode>
              </dgm:layoutNode>
              <dgm:layoutNode name="L2TextContainer1" styleLbl="revTx" moveWith="L1TextContainer">
                <dgm:varLst>
                  <dgm:bulletEnabled val="1"/>
                </dgm:varLst>
                <dgm:choose name="casesForTxtDirLogic1">
                  <dgm:if name="Name771" axis="self" ptType="node" func="posOdd" op="equ" val="1">
                    <dgm:alg type="tx">
                      <dgm:param type="txAnchorVert" val="t"/>
                      <dgm:param type="parTxLTRAlign" val="l"/>
                      <dgm:param type="parTxRTLAlign" val="l"/>
                      <dgm:param type="txAnchorVertCh" val="t"/>
                      <dgm:param type="shpTxRTLAlignCh" val="l"/>
                      <dgm:param type="shpTxLTRAlignCh" val="l"/>
                    </dgm:alg>
                    <dgm:constrLst>
                      <dgm:constr type="lMarg"/>
                      <dgm:constr type="rMarg"/>
                      <dgm:constr type="tMarg" refType="primFontSz" fact="0.5"/>
                      <dgm:constr type="bMarg" refType="primFontSz" fact="0.75"/>
                    </dgm:constrLst>
                  </dgm:if>
                  <dgm:else name="Name881">
                    <dgm:alg type="tx">
                      <dgm:param type="txAnchorVert" val="b"/>
                      <dgm:param type="parTxLTRAlign" val="l"/>
                      <dgm:param type="parTxRTLAlign" val="l"/>
                      <dgm:param type="txAnchorVertCh" val="b"/>
                      <dgm:param type="shpTxRTLAlignCh" val="l"/>
                      <dgm:param type="shpTxLTRAlignCh" val="l"/>
                    </dgm:alg>
                    <dgm:constrLst>
                      <dgm:constr type="lMarg"/>
                      <dgm:constr type="rMarg" refType="primFontSz" fact="0.5"/>
                      <dgm:constr type="tMarg" refType="primFontSz" fact="0.75"/>
                      <dgm:constr type="bMarg" refType="primFontSz" fact="0.5"/>
                    </dgm:constrLst>
                  </dgm:else>
                </dgm:choose>
                <dgm:shape xmlns:r="http://schemas.openxmlformats.org/officeDocument/2006/relationships" type="rect" r:blip="">
                  <dgm:adjLst/>
                </dgm:shape>
                <dgm:presOf axis="des" ptType="node"/>
                <dgm:ruleLst>
                  <dgm:rule type="primFontSz" val="11" fact="NaN" max="NaN"/>
                </dgm:ruleLst>
              </dgm:layoutNode>
              <dgm:layoutNode name="L1TextContainer1" styleLbl="revTx">
                <dgm:varLst>
                  <dgm:chMax val="1"/>
                  <dgm:chPref val="1"/>
                  <dgm:bulletEnabled val="1"/>
                </dgm:varLst>
                <dgm:alg type="tx">
                  <dgm:param type="txAnchorVert" val="mid"/>
                  <dgm:param type="parTxLTRAlign" val="l"/>
                  <dgm:param type="parTxRTLAlign" val="l"/>
                </dgm:alg>
                <dgm:shape xmlns:r="http://schemas.openxmlformats.org/officeDocument/2006/relationships" type="rect" r:blip="">
                  <dgm:adjLst/>
                </dgm:shape>
                <dgm:presOf axis="self"/>
                <dgm:constrLst>
                  <dgm:constr type="lMarg"/>
                  <dgm:constr type="rMarg" refType="primFontSz" fact="0.5"/>
                  <dgm:constr type="tMarg"/>
                  <dgm:constr type="bMarg"/>
                </dgm:constrLst>
                <dgm:ruleLst>
                  <dgm:rule type="primFontSz" val="13" fact="NaN" max="NaN"/>
                </dgm:ruleLst>
              </dgm:layoutNode>
              <dgm:layoutNode name="ConnectLine1" styleLbl="sibTrans1D1">
                <dgm:alg type="sp"/>
                <dgm:shape xmlns:r="http://schemas.openxmlformats.org/officeDocument/2006/relationships" type="line" r:blip="">
                  <dgm:adjLst/>
                  <dgm:extLst>
                    <a:ext uri="{B698B0E9-8C71-41B9-8309-B3DCBF30829C}">
                      <dgm1612:spPr xmlns:dgm1612="http://schemas.microsoft.com/office/drawing/2016/12/diagram">
                        <a:ln w="12700">
                          <a:prstDash val="dash"/>
                        </a:ln>
                      </dgm1612:spPr>
                    </a:ext>
                  </dgm:extLst>
                </dgm:shape>
                <dgm:presOf/>
                <dgm:constrLst/>
              </dgm:layoutNode>
              <dgm:layoutNode name="EmptyPlaceHolder1">
                <dgm:alg type="sp"/>
                <dgm:shape xmlns:r="http://schemas.openxmlformats.org/officeDocument/2006/relationships" r:blip="">
                  <dgm:adjLst/>
                </dgm:shape>
                <dgm:presOf/>
                <dgm:constrLst/>
              </dgm:layoutNode>
            </dgm:layoutNode>
            <dgm:forEach name="Name281" axis="followSib" ptType="sibTrans" cnt="1">
              <dgm:layoutNode name="spaceBetweenRectangles1">
                <dgm:alg type="sp"/>
                <dgm:shape xmlns:r="http://schemas.openxmlformats.org/officeDocument/2006/relationships" r:blip="">
                  <dgm:adjLst/>
                </dgm:shape>
                <dgm:presOf/>
                <dgm:constrLst/>
                <dgm:ruleLst/>
              </dgm:layoutNode>
            </dgm:forEach>
          </dgm:forEach>
        </dgm:if>
        <dgm:else name="MoreThanTwoNodes">
          <dgm:forEach name="nodesForEach" axis="ch" ptType="node">
            <dgm:layoutNode name="composite">
              <dgm:alg type="composite"/>
              <dgm:shape xmlns:r="http://schemas.openxmlformats.org/officeDocument/2006/relationships" r:blip="">
                <dgm:adjLst/>
              </dgm:shape>
              <dgm:choose name="CaseForLayoutDirection">
                <dgm:if name="CaseForLayoutDirectionLTR" func="var" arg="dir" op="equ" val="norm">
                  <dgm:choose name="CaseForPlacingNodesAboveAndBelowDividerLTR">
                    <dgm:if name="CaseForPlacingNodeAboveDividerLTR" axis="self" ptType="node" func="posOdd" op="equ" val="1">
                      <dgm:constrLst>
                        <dgm:constr type="w" for="ch" forName="ConnectorPoint" refType="h" refFor="ch" refForName="DropPinPlaceHolder" fact="0.18"/>
                        <dgm:constr type="h" for="ch" forName="ConnectorPoint" refType="h" refFor="ch" refForName="DropPinPlaceHolder" fact="0.18"/>
                        <dgm:constr type="ctrX" for="ch" forName="ConnectorPoint" refType="ctrX" refFor="ch" refForName="ConnectLine"/>
                        <dgm:constr type="ctrY" for="ch" forName="ConnectorPoint" refType="h" fact="0.5"/>
                        <dgm:constr type="w" for="ch" forName="DropPinPlaceHolder" refType="h" fact="0.13"/>
                        <dgm:constr type="h" for="ch" forName="DropPinPlaceHolder" refType="h" fact="0.13"/>
                        <dgm:constr type="t" for="ch" forName="DropPinPlaceHolder" refType="h" fact="0"/>
                        <dgm:constr type="l" for="ch" forName="DropPinPlaceHolder" refType="w" fact="0"/>
                        <dgm:constr type="w" for="ch" forName="L2TextContainer" refType="w" fact="0.83"/>
                        <dgm:constr type="l" for="ch" forName="L2TextContainer" refType="r" refFor="ch" refForName="DropPinPlaceHolder"/>
                        <dgm:constr type="t" for="ch" forName="L2TextContainer" refType="b" refFor="ch" refForName="DropPinPlaceHolder"/>
                        <dgm:constr type="b" for="ch" forName="L2TextContainer" refType="h" fact="0.5"/>
                        <dgm:constr type="w" for="ch" forName="L1TextContainer" refType="w" fact="0.83"/>
                        <dgm:constr type="l" for="ch" forName="L1TextContainer" refType="r" refFor="ch" refForName="DropPinPlaceHolder"/>
                        <dgm:constr type="b" for="ch" forName="L1TextContainer" refType="b" refFor="ch" refForName="DropPinPlaceHolder"/>
                        <dgm:constr type="t" for="ch" forName="L1TextContainer" refType="t" refFor="ch" refForName="DropPinPlaceHolder"/>
                        <dgm:constr type="w" for="ch" forName="ConnectLine"/>
                        <dgm:constr type="ctrX" for="ch" forName="ConnectLine" refType="ctrX" refFor="ch" refForName="DropPinPlaceHolder"/>
                        <dgm:constr type="b" for="ch" forName="ConnectLine" refType="h" fact="0.5"/>
                        <dgm:constr type="t" for="ch" forName="ConnectLine" refType="b" refFor="ch" refForName="DropPinPlaceHolder"/>
                        <dgm:constr type="w" for="ch" forName="EmptyPlaceHolder" refType="w"/>
                        <dgm:constr type="h" for="ch" forName="EmptyPlaceHolder" refType="h" fact="0.5"/>
                        <dgm:constr type="t" for="ch" forName="EmptyPlaceHolder" refType="h" fact="0.5"/>
                      </dgm:constrLst>
                    </dgm:if>
                    <dgm:else name="CaseForPlacingNodeBelowDividerLTR">
                      <dgm:constrLst>
                        <dgm:constr type="w" for="ch" forName="ConnectorPoint" refType="h" refFor="ch" refForName="DropPinPlaceHolder" fact="0.18"/>
                        <dgm:constr type="h" for="ch" forName="ConnectorPoint" refType="h" refFor="ch" refForName="DropPinPlaceHolder" fact="0.18"/>
                        <dgm:constr type="ctrX" for="ch" forName="ConnectorPoint" refType="ctrX" refFor="ch" refForName="ConnectLine"/>
                        <dgm:constr type="ctrY" for="ch" forName="ConnectorPoint" refType="h" fact="0.5"/>
                        <dgm:constr type="w" for="ch" forName="DropPinPlaceHolder" refType="h" fact="0.13"/>
                        <dgm:constr type="h" for="ch" forName="DropPinPlaceHolder" refType="h" fact="0.13"/>
                        <dgm:constr type="b" for="ch" forName="DropPinPlaceHolder" refType="h"/>
                        <dgm:constr type="l" for="ch" forName="DropPinPlaceHolder" refType="w" fact="0"/>
                        <dgm:constr type="w" for="ch" forName="L2TextContainer" refType="w" fact="0.83"/>
                        <dgm:constr type="l" for="ch" forName="L2TextContainer" refType="r" refFor="ch" refForName="DropPinPlaceHolder"/>
                        <dgm:constr type="b" for="ch" forName="L2TextContainer" refType="t" refFor="ch" refForName="DropPinPlaceHolder"/>
                        <dgm:constr type="t" for="ch" forName="L2TextContainer" refType="h" fact="0.5"/>
                        <dgm:constr type="w" for="ch" forName="L1TextContainer" refType="w" fact="0.83"/>
                        <dgm:constr type="l" for="ch" forName="L1TextContainer" refType="r" refFor="ch" refForName="DropPinPlaceHolder"/>
                        <dgm:constr type="b" for="ch" forName="L1TextContainer" refType="b" refFor="ch" refForName="DropPinPlaceHolder"/>
                        <dgm:constr type="t" for="ch" forName="L1TextContainer" refType="t" refFor="ch" refForName="DropPinPlaceHolder"/>
                        <dgm:constr type="w" for="ch" forName="ConnectLine"/>
                        <dgm:constr type="ctrX" for="ch" forName="ConnectLine" refType="ctrX" refFor="ch" refForName="DropPinPlaceHolder"/>
                        <dgm:constr type="t" for="ch" forName="ConnectLine" refType="h" fact="0.5"/>
                        <dgm:constr type="b" for="ch" forName="ConnectLine" refType="t" refFor="ch" refForName="DropPinPlaceHolder"/>
                        <dgm:constr type="w" for="ch" forName="EmptyPlaceHolder" refType="w"/>
                        <dgm:constr type="h" for="ch" forName="EmptyPlaceHolder" refType="h" fact="0.5"/>
                        <dgm:constr type="t" for="ch" forName="EmptyPlaceHolder" refType="h" fact="0"/>
                      </dgm:constrLst>
                    </dgm:else>
                  </dgm:choose>
                </dgm:if>
                <dgm:else name="CaseForLayoutDirectionRTL">
                  <dgm:choose name="CaseForPlacingNodesAboveAndBelowDividerRTL">
                    <dgm:if name="CaseForPlacingNodeAboveDividerRTL" axis="self" ptType="node" func="posOdd" op="equ" val="1">
                      <dgm:constrLst>
                        <dgm:constr type="w" for="ch" forName="ConnectorPoint" refType="h" refFor="ch" refForName="DropPinPlaceHolder" fact="0.18"/>
                        <dgm:constr type="h" for="ch" forName="ConnectorPoint" refType="h" refFor="ch" refForName="DropPinPlaceHolder" fact="0.18"/>
                        <dgm:constr type="ctrX" for="ch" forName="ConnectorPoint" refType="ctrX" refFor="ch" refForName="DropPinPlaceHolder"/>
                        <dgm:constr type="ctrY" for="ch" forName="ConnectorPoint" refType="h" fact="0.5"/>
                        <dgm:constr type="w" for="ch" forName="DropPinPlaceHolder" refType="h" fact="0.13"/>
                        <dgm:constr type="h" for="ch" forName="DropPinPlaceHolder" refType="h" fact="0.13"/>
                        <dgm:constr type="t" for="ch" forName="DropPinPlaceHolder" refType="h" fact="0"/>
                        <dgm:constr type="l" for="ch" forName="DropPinPlaceHolder" refType="w" fact="0"/>
                        <dgm:constr type="w" for="ch" forName="L2TextContainer" refType="w" fact="0.83"/>
                        <dgm:constr type="l" for="ch" forName="L2TextContainer" refType="r" refFor="ch" refForName="DropPinPlaceHolder"/>
                        <dgm:constr type="t" for="ch" forName="L2TextContainer" refType="b" refFor="ch" refForName="DropPinPlaceHolder"/>
                        <dgm:constr type="b" for="ch" forName="L2TextContainer" refType="h" fact="0.5"/>
                        <dgm:constr type="w" for="ch" forName="L1TextContainer" refType="w" fact="0.83"/>
                        <dgm:constr type="l" for="ch" forName="L1TextContainer" refType="r" refFor="ch" refForName="DropPinPlaceHolder"/>
                        <dgm:constr type="b" for="ch" forName="L1TextContainer" refType="b" refFor="ch" refForName="DropPinPlaceHolder"/>
                        <dgm:constr type="t" for="ch" forName="L1TextContainer" refType="t" refFor="ch" refForName="DropPinPlaceHolder"/>
                        <dgm:constr type="w" for="ch" forName="ConnectLine"/>
                        <dgm:constr type="ctrX" for="ch" forName="ConnectLine" refType="ctrX" refFor="ch" refForName="DropPinPlaceHolder"/>
                        <dgm:constr type="b" for="ch" forName="ConnectLine" refType="h" fact="0.5"/>
                        <dgm:constr type="t" for="ch" forName="ConnectLine" refType="b" refFor="ch" refForName="DropPinPlaceHolder"/>
                        <dgm:constr type="w" for="ch" forName="EmptyPlaceHolder" refType="w"/>
                        <dgm:constr type="h" for="ch" forName="EmptyPlaceHolder" refType="h" fact="0.5"/>
                        <dgm:constr type="t" for="ch" forName="EmptyPlaceHolder" refType="h" fact="0.5"/>
                      </dgm:constrLst>
                    </dgm:if>
                    <dgm:else name="CaseForPlacingNodeBelowDividerRTL">
                      <dgm:constrLst>
                        <dgm:constr type="w" for="ch" forName="ConnectorPoint" refType="h" refFor="ch" refForName="DropPinPlaceHolder" fact="0.18"/>
                        <dgm:constr type="h" for="ch" forName="ConnectorPoint" refType="h" refFor="ch" refForName="DropPinPlaceHolder" fact="0.18"/>
                        <dgm:constr type="ctrX" for="ch" forName="ConnectorPoint" refType="ctrX" refFor="ch" refForName="DropPinPlaceHolder"/>
                        <dgm:constr type="ctrY" for="ch" forName="ConnectorPoint" refType="h" fact="0.5"/>
                        <dgm:constr type="w" for="ch" forName="DropPinPlaceHolder" refType="h" fact="0.13"/>
                        <dgm:constr type="h" for="ch" forName="DropPinPlaceHolder" refType="h" fact="0.13"/>
                        <dgm:constr type="b" for="ch" forName="DropPinPlaceHolder" refType="h"/>
                        <dgm:constr type="l" for="ch" forName="DropPinPlaceHolder" refType="w" fact="0"/>
                        <dgm:constr type="w" for="ch" forName="L2TextContainer" refType="w" fact="0.83"/>
                        <dgm:constr type="l" for="ch" forName="L2TextContainer" refType="r" refFor="ch" refForName="DropPinPlaceHolder"/>
                        <dgm:constr type="b" for="ch" forName="L2TextContainer" refType="t" refFor="ch" refForName="DropPinPlaceHolder"/>
                        <dgm:constr type="t" for="ch" forName="L2TextContainer" refType="h" fact="0.5"/>
                        <dgm:constr type="w" for="ch" forName="L1TextContainer" refType="w" fact="0.83"/>
                        <dgm:constr type="l" for="ch" forName="L1TextContainer" refType="r" refFor="ch" refForName="DropPinPlaceHolder"/>
                        <dgm:constr type="b" for="ch" forName="L1TextContainer" refType="b" refFor="ch" refForName="DropPinPlaceHolder"/>
                        <dgm:constr type="t" for="ch" forName="L1TextContainer" refType="t" refFor="ch" refForName="DropPinPlaceHolder"/>
                        <dgm:constr type="w" for="ch" forName="ConnectLine"/>
                        <dgm:constr type="ctrX" for="ch" forName="ConnectLine" refType="ctrX" refFor="ch" refForName="DropPinPlaceHolder"/>
                        <dgm:constr type="t" for="ch" forName="ConnectLine" refType="h" fact="0.5"/>
                        <dgm:constr type="b" for="ch" forName="ConnectLine" refType="t" refFor="ch" refForName="DropPinPlaceHolder"/>
                        <dgm:constr type="w" for="ch" forName="EmptyPlaceHolder" refType="w"/>
                        <dgm:constr type="h" for="ch" forName="EmptyPlaceHolder" refType="h" fact="0.5"/>
                        <dgm:constr type="t" for="ch" forName="EmptyPlaceHolder" refType="h" fact="0"/>
                      </dgm:constrLst>
                    </dgm:else>
                  </dgm:choose>
                </dgm:else>
              </dgm:choose>
              <dgm:layoutNode name="ConnectorPoint" styleLbl="lnNode1" moveWith="ConnectLine">
                <dgm:alg type="sp"/>
                <dgm:shape xmlns:r="http://schemas.openxmlformats.org/officeDocument/2006/relationships" type="ellipse" r:blip="" zOrderOff="10">
                  <dgm:adjLst/>
                  <dgm:extLst>
                    <a:ext uri="{B698B0E9-8C71-41B9-8309-B3DCBF30829C}">
                      <dgm1612:spPr xmlns:dgm1612="http://schemas.microsoft.com/office/drawing/2016/12/diagram">
                        <a:ln w="6350"/>
                      </dgm1612:spPr>
                    </a:ext>
                  </dgm:extLst>
                </dgm:shape>
                <dgm:presOf/>
                <dgm:constrLst>
                  <dgm:constr type="w" refType="h" op="equ"/>
                </dgm:constrLst>
              </dgm:layoutNode>
              <dgm:layoutNode name="DropPinPlaceHolder">
                <dgm:alg type="composite"/>
                <dgm:shape xmlns:r="http://schemas.openxmlformats.org/officeDocument/2006/relationships" r:blip="">
                  <dgm:adjLst/>
                </dgm:shape>
                <dgm:constrLst>
                  <dgm:constr type="w" for="ch" forName="DropPin" refType="w"/>
                  <dgm:constr type="h" for="ch" forName="DropPin" refType="h"/>
                  <dgm:constr type="ctrX" for="ch" forName="DropPin" refType="w" fact="0.5"/>
                  <dgm:constr type="ctrY" for="ch" forName="DropPin" refType="h" fact="0.5"/>
                  <dgm:constr type="w" for="ch" forName="Ellipse" refType="w" refFor="ch" refForName="DropPin" fact="0.55"/>
                  <dgm:constr type="h" for="ch" forName="Ellipse" refType="w" refFor="ch" refForName="DropPin" fact="0.55"/>
                  <dgm:constr type="ctrX" for="ch" forName="Ellipse" refType="ctrX" refFor="ch" refForName="DropPin"/>
                  <dgm:constr type="ctrY" for="ch" forName="Ellipse" refType="ctrY" refFor="ch" refForName="DropPin"/>
                </dgm:constrLst>
                <dgm:layoutNode name="DropPin" styleLbl="alignNode1">
                  <dgm:alg type="sp"/>
                  <dgm:choose name="CaseForPlacingTearDropAboveAndBelowDivider">
                    <dgm:if name="CaseForPlacingTearDropAboveDivider" axis="self" ptType="node" func="posOdd" op="equ" val="1">
                      <dgm:shape xmlns:r="http://schemas.openxmlformats.org/officeDocument/2006/relationships" rot="135" type="teardrop" r:blip="">
                        <dgm:adjLst>
                          <dgm:adj idx="1" val="1.15"/>
                        </dgm:adjLst>
                      </dgm:shape>
                    </dgm:if>
                    <dgm:else name="CaseForPlacingTearDropBelowDivider">
                      <dgm:shape xmlns:r="http://schemas.openxmlformats.org/officeDocument/2006/relationships" rot="-45" type="teardrop" r:blip="">
                        <dgm:adjLst>
                          <dgm:adj idx="1" val="1.15"/>
                        </dgm:adjLst>
                      </dgm:shape>
                    </dgm:else>
                  </dgm:choose>
                  <dgm:presOf/>
                  <dgm:constrLst/>
                </dgm:layoutNode>
                <dgm:layoutNode name="Ellipse" styleLbl="fgAcc1" moveWith="DropPin">
                  <dgm:alg type="sp"/>
                  <dgm:shape xmlns:r="http://schemas.openxmlformats.org/officeDocument/2006/relationships" type="ellipse" r:blip="">
                    <dgm:adjLst/>
                    <dgm:extLst>
                      <a:ext uri="{B698B0E9-8C71-41B9-8309-B3DCBF30829C}">
                        <dgm1612:spPr xmlns:dgm1612="http://schemas.microsoft.com/office/drawing/2016/12/diagram">
                          <a:ln>
                            <a:noFill/>
                          </a:ln>
                        </dgm1612:spPr>
                      </a:ext>
                    </dgm:extLst>
                  </dgm:shape>
                  <dgm:presOf/>
                  <dgm:constrLst/>
                </dgm:layoutNode>
              </dgm:layoutNode>
              <dgm:layoutNode name="L2TextContainer" styleLbl="revTx" moveWith="L1TextContainer">
                <dgm:varLst>
                  <dgm:bulletEnabled val="1"/>
                </dgm:varLst>
                <dgm:choose name="casesForTxtDirLogic">
                  <dgm:if name="Name77" axis="self" ptType="node" func="posOdd" op="equ" val="1">
                    <dgm:alg type="tx">
                      <dgm:param type="txAnchorVert" val="t"/>
                      <dgm:param type="parTxLTRAlign" val="l"/>
                      <dgm:param type="parTxRTLAlign" val="l"/>
                      <dgm:param type="txAnchorVertCh" val="t"/>
                      <dgm:param type="shpTxRTLAlignCh" val="l"/>
                      <dgm:param type="shpTxLTRAlignCh" val="l"/>
                    </dgm:alg>
                    <dgm:constrLst>
                      <dgm:constr type="lMarg"/>
                      <dgm:constr type="rMarg" refType="primFontSz" fact="0.5"/>
                      <dgm:constr type="tMarg" refType="primFontSz" fact="0.5"/>
                      <dgm:constr type="bMarg" refType="primFontSz" fact="0.75"/>
                    </dgm:constrLst>
                  </dgm:if>
                  <dgm:else name="Name88">
                    <dgm:alg type="tx">
                      <dgm:param type="txAnchorVert" val="b"/>
                      <dgm:param type="parTxLTRAlign" val="l"/>
                      <dgm:param type="parTxRTLAlign" val="l"/>
                      <dgm:param type="txAnchorVertCh" val="b"/>
                      <dgm:param type="shpTxRTLAlignCh" val="l"/>
                      <dgm:param type="shpTxLTRAlignCh" val="l"/>
                    </dgm:alg>
                    <dgm:constrLst>
                      <dgm:constr type="lMarg"/>
                      <dgm:constr type="rMarg"/>
                      <dgm:constr type="tMarg" refType="primFontSz" fact="0.75"/>
                      <dgm:constr type="bMarg" refType="primFontSz" fact="0.5"/>
                    </dgm:constrLst>
                  </dgm:else>
                </dgm:choose>
                <dgm:shape xmlns:r="http://schemas.openxmlformats.org/officeDocument/2006/relationships" type="rect" r:blip="">
                  <dgm:adjLst/>
                </dgm:shape>
                <dgm:presOf axis="des" ptType="node"/>
                <dgm:ruleLst>
                  <dgm:rule type="primFontSz" val="11" fact="NaN" max="NaN"/>
                </dgm:ruleLst>
              </dgm:layoutNode>
              <dgm:layoutNode name="L1TextContainer" styleLbl="revTx">
                <dgm:varLst>
                  <dgm:chMax val="1"/>
                  <dgm:chPref val="1"/>
                  <dgm:bulletEnabled val="1"/>
                </dgm:varLst>
                <dgm:alg type="tx">
                  <dgm:param type="txAnchorVert" val="mid"/>
                  <dgm:param type="parTxLTRAlign" val="l"/>
                  <dgm:param type="parTxRTLAlign" val="l"/>
                </dgm:alg>
                <dgm:shape xmlns:r="http://schemas.openxmlformats.org/officeDocument/2006/relationships" type="rect" r:blip="">
                  <dgm:adjLst/>
                </dgm:shape>
                <dgm:presOf axis="self"/>
                <dgm:constrLst>
                  <dgm:constr type="lMarg"/>
                  <dgm:constr type="rMarg" refType="primFontSz" fact="0.5"/>
                  <dgm:constr type="tMarg"/>
                  <dgm:constr type="bMarg"/>
                </dgm:constrLst>
                <dgm:ruleLst>
                  <dgm:rule type="primFontSz" val="13" fact="NaN" max="NaN"/>
                </dgm:ruleLst>
              </dgm:layoutNode>
              <dgm:layoutNode name="ConnectLine" styleLbl="sibTrans1D1">
                <dgm:alg type="sp"/>
                <dgm:shape xmlns:r="http://schemas.openxmlformats.org/officeDocument/2006/relationships" type="line" r:blip="">
                  <dgm:adjLst/>
                  <dgm:extLst>
                    <a:ext uri="{B698B0E9-8C71-41B9-8309-B3DCBF30829C}">
                      <dgm1612:spPr xmlns:dgm1612="http://schemas.microsoft.com/office/drawing/2016/12/diagram">
                        <a:ln w="12700">
                          <a:prstDash val="dash"/>
                        </a:ln>
                      </dgm1612:spPr>
                    </a:ext>
                  </dgm:extLst>
                </dgm:shape>
                <dgm:presOf/>
                <dgm:constrLst/>
              </dgm:layoutNode>
              <dgm:layoutNode name="EmptyPlaceHolder">
                <dgm:alg type="sp"/>
                <dgm:shape xmlns:r="http://schemas.openxmlformats.org/officeDocument/2006/relationships" r:blip="">
                  <dgm:adjLst/>
                </dgm:shape>
                <dgm:presOf/>
                <dgm:constrLst/>
              </dgm:layoutNode>
            </dgm:layoutNode>
            <dgm:forEach name="Name28" axis="followSib" ptType="sibTrans" cnt="1">
              <dgm:layoutNode name="spaceBetweenRectangles">
                <dgm:alg type="sp"/>
                <dgm:shape xmlns:r="http://schemas.openxmlformats.org/officeDocument/2006/relationships" r:blip="">
                  <dgm:adjLst/>
                </dgm:shape>
                <dgm:presOf/>
                <dgm:constrLst/>
                <dgm:ruleLst/>
              </dgm:layoutNode>
            </dgm:forEach>
          </dgm:forEach>
        </dgm:else>
      </dgm:choose>
    </dgm:layoutNode>
  </dgm:layoutNode>
  <dgm:extLst>
    <a:ext uri="{68A01E43-0DF5-4B5B-8FA6-DAF915123BFB}">
      <dgm1612:lstStyle xmlns:dgm1612="http://schemas.microsoft.com/office/drawing/2016/12/diagram">
        <a:lvl1pPr>
          <a:defRPr b="1"/>
        </a:lvl1pPr>
      </dgm1612:lstStyle>
    </a:ext>
  </dgm:extLst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2">
  <dgm:title val=""/>
  <dgm:desc val=""/>
  <dgm:catLst>
    <dgm:cat type="simple" pri="102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>
            <a:extLst>
              <a:ext uri="{FF2B5EF4-FFF2-40B4-BE49-F238E27FC236}">
                <a16:creationId xmlns:a16="http://schemas.microsoft.com/office/drawing/2014/main" id="{6E8FA38E-9F41-1A45-879F-0B93BA5093CC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6F016A96-BC72-0640-9AEE-870574F3880D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9B0B091C-A27C-3C4B-82F1-DDBD9A028293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E801FC8B-EC93-C64D-BBD2-37E30DAF45BC}" type="slidenum">
              <a:rPr lang="en-US" smtClean="0"/>
              <a:t>‹#›</a:t>
            </a:fld>
            <a:endParaRPr lang="en-US" dirty="0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587D4734-4CAE-4B5B-A5BF-2204F730257F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4B15A48E-F7AD-43EC-AC50-8729FE3865BE}" type="datetimeFigureOut">
              <a:rPr lang="en-US" smtClean="0"/>
              <a:t>12/3/2025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60811798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E955F854-E2CE-6F4E-A0CF-CB175674CF4C}" type="datetimeFigureOut">
              <a:rPr lang="en-US" smtClean="0"/>
              <a:t>12/3/2025</a:t>
            </a:fld>
            <a:endParaRPr lang="en-US" dirty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 dirty="0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07D111EE-B1CE-3F40-8B0E-AB6A92B85452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65684977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B9CF3A1-9863-43A3-B39B-8E6FEFD6E20B}" type="slidenum">
              <a:rPr lang="en-US" smtClean="0"/>
              <a:t>13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652760213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9CAC06A-4905-4B1A-83C1-3B011A8CF04B}" type="slidenum">
              <a:rPr lang="en-US" smtClean="0"/>
              <a:t>16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880310689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Title Slide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925CCF1-92C0-4AF3-BFAF-4921631915A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184DA70-C731-4C70-880D-CCD4705E623C}" type="datetime1">
              <a:rPr lang="en-US" smtClean="0"/>
              <a:t>12/3/2025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51A78A9-3DFF-4937-A9F2-5D8CF495F36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FAEB271-5CC0-4759-BC6E-8BE53AB227C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98EE3D-8CD1-4C3F-BD1C-C98C9596463C}" type="slidenum">
              <a:rPr lang="en-US" smtClean="0"/>
              <a:t>‹#›</a:t>
            </a:fld>
            <a:endParaRPr lang="en-US" dirty="0"/>
          </a:p>
        </p:txBody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058669" y="854538"/>
            <a:ext cx="4567608" cy="3566160"/>
          </a:xfrm>
        </p:spPr>
        <p:txBody>
          <a:bodyPr anchor="b">
            <a:normAutofit/>
          </a:bodyPr>
          <a:lstStyle>
            <a:lvl1pPr algn="l">
              <a:lnSpc>
                <a:spcPct val="90000"/>
              </a:lnSpc>
              <a:defRPr sz="5400" spc="-50" baseline="0">
                <a:solidFill>
                  <a:schemeClr val="bg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 hasCustomPrompt="1"/>
          </p:nvPr>
        </p:nvSpPr>
        <p:spPr>
          <a:xfrm>
            <a:off x="1061440" y="4429842"/>
            <a:ext cx="4567608" cy="1143000"/>
          </a:xfrm>
        </p:spPr>
        <p:txBody>
          <a:bodyPr lIns="91440" rIns="91440">
            <a:normAutofit/>
          </a:bodyPr>
          <a:lstStyle>
            <a:lvl1pPr marL="0" indent="0" algn="l">
              <a:buNone/>
              <a:defRPr sz="1600" cap="all" spc="200" baseline="0">
                <a:solidFill>
                  <a:schemeClr val="bg1"/>
                </a:solidFill>
                <a:latin typeface="+mn-lt"/>
              </a:defRPr>
            </a:lvl1pPr>
            <a:lvl2pPr marL="457200" indent="0" algn="ctr">
              <a:buNone/>
              <a:defRPr sz="2400"/>
            </a:lvl2pPr>
            <a:lvl3pPr marL="914400" indent="0" algn="ctr">
              <a:buNone/>
              <a:defRPr sz="2400"/>
            </a:lvl3pPr>
            <a:lvl4pPr marL="1371600" indent="0" algn="ctr">
              <a:buNone/>
              <a:defRPr sz="2000"/>
            </a:lvl4pPr>
            <a:lvl5pPr marL="1828800" indent="0" algn="ctr">
              <a:buNone/>
              <a:defRPr sz="2000"/>
            </a:lvl5pPr>
            <a:lvl6pPr marL="2286000" indent="0" algn="ctr">
              <a:buNone/>
              <a:defRPr sz="2000"/>
            </a:lvl6pPr>
            <a:lvl7pPr marL="2743200" indent="0" algn="ctr">
              <a:buNone/>
              <a:defRPr sz="2000"/>
            </a:lvl7pPr>
            <a:lvl8pPr marL="3200400" indent="0" algn="ctr">
              <a:buNone/>
              <a:defRPr sz="2000"/>
            </a:lvl8pPr>
            <a:lvl9pPr marL="3657600" indent="0" algn="ctr">
              <a:buNone/>
              <a:defRPr sz="2000"/>
            </a:lvl9pPr>
          </a:lstStyle>
          <a:p>
            <a:r>
              <a:rPr lang="en-US" dirty="0"/>
              <a:t>Click to edit subtitle</a:t>
            </a:r>
          </a:p>
        </p:txBody>
      </p:sp>
      <p:sp>
        <p:nvSpPr>
          <p:cNvPr id="12" name="Freeform 11">
            <a:extLst>
              <a:ext uri="{FF2B5EF4-FFF2-40B4-BE49-F238E27FC236}">
                <a16:creationId xmlns:a16="http://schemas.microsoft.com/office/drawing/2014/main" id="{C28A7DB8-FEA5-5A4A-85DF-FA1ADFB3EFC5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4933721" y="-19458"/>
            <a:ext cx="7261837" cy="6877457"/>
          </a:xfrm>
          <a:custGeom>
            <a:avLst/>
            <a:gdLst>
              <a:gd name="connsiteX0" fmla="*/ 3426278 w 8464509"/>
              <a:gd name="connsiteY0" fmla="*/ 0 h 6858000"/>
              <a:gd name="connsiteX1" fmla="*/ 3440072 w 8464509"/>
              <a:gd name="connsiteY1" fmla="*/ 37000 h 6858000"/>
              <a:gd name="connsiteX2" fmla="*/ 3440072 w 8464509"/>
              <a:gd name="connsiteY2" fmla="*/ 0 h 6858000"/>
              <a:gd name="connsiteX3" fmla="*/ 8464509 w 8464509"/>
              <a:gd name="connsiteY3" fmla="*/ 0 h 6858000"/>
              <a:gd name="connsiteX4" fmla="*/ 8464509 w 8464509"/>
              <a:gd name="connsiteY4" fmla="*/ 6858000 h 6858000"/>
              <a:gd name="connsiteX5" fmla="*/ 3440072 w 8464509"/>
              <a:gd name="connsiteY5" fmla="*/ 6858000 h 6858000"/>
              <a:gd name="connsiteX6" fmla="*/ 3440072 w 8464509"/>
              <a:gd name="connsiteY6" fmla="*/ 6839148 h 6858000"/>
              <a:gd name="connsiteX7" fmla="*/ 0 w 8464509"/>
              <a:gd name="connsiteY7" fmla="*/ 6858000 h 6858000"/>
              <a:gd name="connsiteX0" fmla="*/ 3426278 w 8464509"/>
              <a:gd name="connsiteY0" fmla="*/ 0 h 6858000"/>
              <a:gd name="connsiteX1" fmla="*/ 3440072 w 8464509"/>
              <a:gd name="connsiteY1" fmla="*/ 37000 h 6858000"/>
              <a:gd name="connsiteX2" fmla="*/ 3440072 w 8464509"/>
              <a:gd name="connsiteY2" fmla="*/ 0 h 6858000"/>
              <a:gd name="connsiteX3" fmla="*/ 8464509 w 8464509"/>
              <a:gd name="connsiteY3" fmla="*/ 0 h 6858000"/>
              <a:gd name="connsiteX4" fmla="*/ 8464509 w 8464509"/>
              <a:gd name="connsiteY4" fmla="*/ 6858000 h 6858000"/>
              <a:gd name="connsiteX5" fmla="*/ 3440072 w 8464509"/>
              <a:gd name="connsiteY5" fmla="*/ 6858000 h 6858000"/>
              <a:gd name="connsiteX6" fmla="*/ 0 w 8464509"/>
              <a:gd name="connsiteY6" fmla="*/ 6858000 h 6858000"/>
              <a:gd name="connsiteX7" fmla="*/ 3426278 w 8464509"/>
              <a:gd name="connsiteY7" fmla="*/ 0 h 6858000"/>
              <a:gd name="connsiteX0" fmla="*/ 3426278 w 8464509"/>
              <a:gd name="connsiteY0" fmla="*/ 0 h 6858000"/>
              <a:gd name="connsiteX1" fmla="*/ 3440072 w 8464509"/>
              <a:gd name="connsiteY1" fmla="*/ 37000 h 6858000"/>
              <a:gd name="connsiteX2" fmla="*/ 3440072 w 8464509"/>
              <a:gd name="connsiteY2" fmla="*/ 0 h 6858000"/>
              <a:gd name="connsiteX3" fmla="*/ 8464509 w 8464509"/>
              <a:gd name="connsiteY3" fmla="*/ 0 h 6858000"/>
              <a:gd name="connsiteX4" fmla="*/ 8464509 w 8464509"/>
              <a:gd name="connsiteY4" fmla="*/ 6858000 h 6858000"/>
              <a:gd name="connsiteX5" fmla="*/ 0 w 8464509"/>
              <a:gd name="connsiteY5" fmla="*/ 6858000 h 6858000"/>
              <a:gd name="connsiteX6" fmla="*/ 3426278 w 8464509"/>
              <a:gd name="connsiteY6" fmla="*/ 0 h 6858000"/>
              <a:gd name="connsiteX0" fmla="*/ 3993491 w 8464509"/>
              <a:gd name="connsiteY0" fmla="*/ 19455 h 6858000"/>
              <a:gd name="connsiteX1" fmla="*/ 3440072 w 8464509"/>
              <a:gd name="connsiteY1" fmla="*/ 37000 h 6858000"/>
              <a:gd name="connsiteX2" fmla="*/ 3440072 w 8464509"/>
              <a:gd name="connsiteY2" fmla="*/ 0 h 6858000"/>
              <a:gd name="connsiteX3" fmla="*/ 8464509 w 8464509"/>
              <a:gd name="connsiteY3" fmla="*/ 0 h 6858000"/>
              <a:gd name="connsiteX4" fmla="*/ 8464509 w 8464509"/>
              <a:gd name="connsiteY4" fmla="*/ 6858000 h 6858000"/>
              <a:gd name="connsiteX5" fmla="*/ 0 w 8464509"/>
              <a:gd name="connsiteY5" fmla="*/ 6858000 h 6858000"/>
              <a:gd name="connsiteX6" fmla="*/ 3993491 w 8464509"/>
              <a:gd name="connsiteY6" fmla="*/ 19455 h 6858000"/>
              <a:gd name="connsiteX0" fmla="*/ 3993491 w 8464509"/>
              <a:gd name="connsiteY0" fmla="*/ 19455 h 6858000"/>
              <a:gd name="connsiteX1" fmla="*/ 3440072 w 8464509"/>
              <a:gd name="connsiteY1" fmla="*/ 37000 h 6858000"/>
              <a:gd name="connsiteX2" fmla="*/ 8464509 w 8464509"/>
              <a:gd name="connsiteY2" fmla="*/ 0 h 6858000"/>
              <a:gd name="connsiteX3" fmla="*/ 8464509 w 8464509"/>
              <a:gd name="connsiteY3" fmla="*/ 6858000 h 6858000"/>
              <a:gd name="connsiteX4" fmla="*/ 0 w 8464509"/>
              <a:gd name="connsiteY4" fmla="*/ 6858000 h 6858000"/>
              <a:gd name="connsiteX5" fmla="*/ 3993491 w 8464509"/>
              <a:gd name="connsiteY5" fmla="*/ 19455 h 6858000"/>
              <a:gd name="connsiteX0" fmla="*/ 3993491 w 8464509"/>
              <a:gd name="connsiteY0" fmla="*/ 19455 h 6858000"/>
              <a:gd name="connsiteX1" fmla="*/ 8464509 w 8464509"/>
              <a:gd name="connsiteY1" fmla="*/ 0 h 6858000"/>
              <a:gd name="connsiteX2" fmla="*/ 8464509 w 8464509"/>
              <a:gd name="connsiteY2" fmla="*/ 6858000 h 6858000"/>
              <a:gd name="connsiteX3" fmla="*/ 0 w 8464509"/>
              <a:gd name="connsiteY3" fmla="*/ 6858000 h 6858000"/>
              <a:gd name="connsiteX4" fmla="*/ 3993491 w 8464509"/>
              <a:gd name="connsiteY4" fmla="*/ 19455 h 6858000"/>
              <a:gd name="connsiteX0" fmla="*/ 4061557 w 8464509"/>
              <a:gd name="connsiteY0" fmla="*/ 0 h 6858001"/>
              <a:gd name="connsiteX1" fmla="*/ 8464509 w 8464509"/>
              <a:gd name="connsiteY1" fmla="*/ 1 h 6858001"/>
              <a:gd name="connsiteX2" fmla="*/ 8464509 w 8464509"/>
              <a:gd name="connsiteY2" fmla="*/ 6858001 h 6858001"/>
              <a:gd name="connsiteX3" fmla="*/ 0 w 8464509"/>
              <a:gd name="connsiteY3" fmla="*/ 6858001 h 6858001"/>
              <a:gd name="connsiteX4" fmla="*/ 4061557 w 8464509"/>
              <a:gd name="connsiteY4" fmla="*/ 0 h 6858001"/>
              <a:gd name="connsiteX0" fmla="*/ 5059852 w 8464509"/>
              <a:gd name="connsiteY0" fmla="*/ 19454 h 6858000"/>
              <a:gd name="connsiteX1" fmla="*/ 8464509 w 8464509"/>
              <a:gd name="connsiteY1" fmla="*/ 0 h 6858000"/>
              <a:gd name="connsiteX2" fmla="*/ 8464509 w 8464509"/>
              <a:gd name="connsiteY2" fmla="*/ 6858000 h 6858000"/>
              <a:gd name="connsiteX3" fmla="*/ 0 w 8464509"/>
              <a:gd name="connsiteY3" fmla="*/ 6858000 h 6858000"/>
              <a:gd name="connsiteX4" fmla="*/ 5059852 w 8464509"/>
              <a:gd name="connsiteY4" fmla="*/ 19454 h 6858000"/>
              <a:gd name="connsiteX0" fmla="*/ 4061557 w 8464509"/>
              <a:gd name="connsiteY0" fmla="*/ 0 h 6877457"/>
              <a:gd name="connsiteX1" fmla="*/ 8464509 w 8464509"/>
              <a:gd name="connsiteY1" fmla="*/ 19457 h 6877457"/>
              <a:gd name="connsiteX2" fmla="*/ 8464509 w 8464509"/>
              <a:gd name="connsiteY2" fmla="*/ 6877457 h 6877457"/>
              <a:gd name="connsiteX3" fmla="*/ 0 w 8464509"/>
              <a:gd name="connsiteY3" fmla="*/ 6877457 h 6877457"/>
              <a:gd name="connsiteX4" fmla="*/ 4061557 w 8464509"/>
              <a:gd name="connsiteY4" fmla="*/ 0 h 6877457"/>
              <a:gd name="connsiteX0" fmla="*/ 4040810 w 8464509"/>
              <a:gd name="connsiteY0" fmla="*/ 0 h 6877457"/>
              <a:gd name="connsiteX1" fmla="*/ 8464509 w 8464509"/>
              <a:gd name="connsiteY1" fmla="*/ 19457 h 6877457"/>
              <a:gd name="connsiteX2" fmla="*/ 8464509 w 8464509"/>
              <a:gd name="connsiteY2" fmla="*/ 6877457 h 6877457"/>
              <a:gd name="connsiteX3" fmla="*/ 0 w 8464509"/>
              <a:gd name="connsiteY3" fmla="*/ 6877457 h 6877457"/>
              <a:gd name="connsiteX4" fmla="*/ 4040810 w 8464509"/>
              <a:gd name="connsiteY4" fmla="*/ 0 h 6877457"/>
              <a:gd name="connsiteX0" fmla="*/ 4040810 w 8464509"/>
              <a:gd name="connsiteY0" fmla="*/ 0 h 6877457"/>
              <a:gd name="connsiteX1" fmla="*/ 8464509 w 8464509"/>
              <a:gd name="connsiteY1" fmla="*/ 143986 h 6877457"/>
              <a:gd name="connsiteX2" fmla="*/ 8464509 w 8464509"/>
              <a:gd name="connsiteY2" fmla="*/ 6877457 h 6877457"/>
              <a:gd name="connsiteX3" fmla="*/ 0 w 8464509"/>
              <a:gd name="connsiteY3" fmla="*/ 6877457 h 6877457"/>
              <a:gd name="connsiteX4" fmla="*/ 4040810 w 8464509"/>
              <a:gd name="connsiteY4" fmla="*/ 0 h 6877457"/>
              <a:gd name="connsiteX0" fmla="*/ 4040810 w 8468658"/>
              <a:gd name="connsiteY0" fmla="*/ 0 h 6877457"/>
              <a:gd name="connsiteX1" fmla="*/ 8468658 w 8468658"/>
              <a:gd name="connsiteY1" fmla="*/ 12341 h 6877457"/>
              <a:gd name="connsiteX2" fmla="*/ 8464509 w 8468658"/>
              <a:gd name="connsiteY2" fmla="*/ 6877457 h 6877457"/>
              <a:gd name="connsiteX3" fmla="*/ 0 w 8468658"/>
              <a:gd name="connsiteY3" fmla="*/ 6877457 h 6877457"/>
              <a:gd name="connsiteX4" fmla="*/ 4040810 w 8468658"/>
              <a:gd name="connsiteY4" fmla="*/ 0 h 687745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8468658" h="6877457">
                <a:moveTo>
                  <a:pt x="4040810" y="0"/>
                </a:moveTo>
                <a:lnTo>
                  <a:pt x="8468658" y="12341"/>
                </a:lnTo>
                <a:lnTo>
                  <a:pt x="8464509" y="6877457"/>
                </a:lnTo>
                <a:lnTo>
                  <a:pt x="0" y="6877457"/>
                </a:lnTo>
                <a:lnTo>
                  <a:pt x="4040810" y="0"/>
                </a:lnTo>
                <a:close/>
              </a:path>
            </a:pathLst>
          </a:custGeom>
          <a:solidFill>
            <a:schemeClr val="accent4"/>
          </a:solidFill>
        </p:spPr>
        <p:txBody>
          <a:bodyPr wrap="square">
            <a:noAutofit/>
          </a:bodyPr>
          <a:lstStyle/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14" name="Triangle 13">
            <a:extLst>
              <a:ext uri="{FF2B5EF4-FFF2-40B4-BE49-F238E27FC236}">
                <a16:creationId xmlns:a16="http://schemas.microsoft.com/office/drawing/2014/main" id="{6A021AF7-4044-A644-8DB8-495F263390D0}"/>
              </a:ext>
            </a:extLst>
          </p:cNvPr>
          <p:cNvSpPr/>
          <p:nvPr userDrawn="1"/>
        </p:nvSpPr>
        <p:spPr>
          <a:xfrm rot="10800000">
            <a:off x="4933721" y="267867"/>
            <a:ext cx="3031755" cy="3031755"/>
          </a:xfrm>
          <a:prstGeom prst="triangle">
            <a:avLst/>
          </a:prstGeom>
          <a:noFill/>
          <a:ln>
            <a:solidFill>
              <a:schemeClr val="accent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5" name="Triangle 14">
            <a:extLst>
              <a:ext uri="{FF2B5EF4-FFF2-40B4-BE49-F238E27FC236}">
                <a16:creationId xmlns:a16="http://schemas.microsoft.com/office/drawing/2014/main" id="{D2DFDB14-A8D5-F944-A91C-960A5C2F22AF}"/>
              </a:ext>
            </a:extLst>
          </p:cNvPr>
          <p:cNvSpPr/>
          <p:nvPr userDrawn="1"/>
        </p:nvSpPr>
        <p:spPr>
          <a:xfrm>
            <a:off x="-22175" y="5596959"/>
            <a:ext cx="1261040" cy="1261040"/>
          </a:xfrm>
          <a:prstGeom prst="triangle">
            <a:avLst/>
          </a:prstGeom>
          <a:pattFill prst="lgGrid">
            <a:fgClr>
              <a:schemeClr val="accent1"/>
            </a:fgClr>
            <a:bgClr>
              <a:schemeClr val="tx1"/>
            </a:bgClr>
          </a:patt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6" name="Triangle 15">
            <a:extLst>
              <a:ext uri="{FF2B5EF4-FFF2-40B4-BE49-F238E27FC236}">
                <a16:creationId xmlns:a16="http://schemas.microsoft.com/office/drawing/2014/main" id="{B7735FBC-8FBF-9947-B380-14D44D2206B1}"/>
              </a:ext>
            </a:extLst>
          </p:cNvPr>
          <p:cNvSpPr/>
          <p:nvPr userDrawn="1"/>
        </p:nvSpPr>
        <p:spPr>
          <a:xfrm rot="10800000">
            <a:off x="184302" y="236698"/>
            <a:ext cx="519337" cy="519337"/>
          </a:xfrm>
          <a:prstGeom prst="triangle">
            <a:avLst/>
          </a:prstGeom>
          <a:pattFill prst="dkVert">
            <a:fgClr>
              <a:schemeClr val="accent1"/>
            </a:fgClr>
            <a:bgClr>
              <a:schemeClr val="tx1"/>
            </a:bgClr>
          </a:patt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7" name="Triangle 16">
            <a:extLst>
              <a:ext uri="{FF2B5EF4-FFF2-40B4-BE49-F238E27FC236}">
                <a16:creationId xmlns:a16="http://schemas.microsoft.com/office/drawing/2014/main" id="{17B7C303-8734-B141-AF0D-2945DA349FBD}"/>
              </a:ext>
            </a:extLst>
          </p:cNvPr>
          <p:cNvSpPr/>
          <p:nvPr userDrawn="1"/>
        </p:nvSpPr>
        <p:spPr>
          <a:xfrm>
            <a:off x="4414384" y="5795386"/>
            <a:ext cx="519337" cy="519337"/>
          </a:xfrm>
          <a:prstGeom prst="triangle">
            <a:avLst/>
          </a:prstGeom>
          <a:pattFill prst="wdUpDiag">
            <a:fgClr>
              <a:schemeClr val="accent1"/>
            </a:fgClr>
            <a:bgClr>
              <a:schemeClr val="tx1"/>
            </a:bgClr>
          </a:patt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8" name="Triangle 17">
            <a:extLst>
              <a:ext uri="{FF2B5EF4-FFF2-40B4-BE49-F238E27FC236}">
                <a16:creationId xmlns:a16="http://schemas.microsoft.com/office/drawing/2014/main" id="{67914AE0-93F2-8346-B885-5734D2B694B2}"/>
              </a:ext>
            </a:extLst>
          </p:cNvPr>
          <p:cNvSpPr/>
          <p:nvPr userDrawn="1"/>
        </p:nvSpPr>
        <p:spPr>
          <a:xfrm rot="5400000">
            <a:off x="-48606" y="3035784"/>
            <a:ext cx="648200" cy="527675"/>
          </a:xfrm>
          <a:prstGeom prst="triangle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10166772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wo Content Horizontal 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Rectangle 13">
            <a:extLst>
              <a:ext uri="{FF2B5EF4-FFF2-40B4-BE49-F238E27FC236}">
                <a16:creationId xmlns:a16="http://schemas.microsoft.com/office/drawing/2014/main" id="{3FFCAC17-2511-3D4F-A318-B241447A2C02}"/>
              </a:ext>
            </a:extLst>
          </p:cNvPr>
          <p:cNvSpPr/>
          <p:nvPr userDrawn="1"/>
        </p:nvSpPr>
        <p:spPr>
          <a:xfrm>
            <a:off x="413825" y="2941613"/>
            <a:ext cx="11364350" cy="3432605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5" name="Content Placeholder 2">
            <a:extLst>
              <a:ext uri="{FF2B5EF4-FFF2-40B4-BE49-F238E27FC236}">
                <a16:creationId xmlns:a16="http://schemas.microsoft.com/office/drawing/2014/main" id="{C13F5538-7999-A74B-BCB7-A96C8DBCCD0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932329" y="4280546"/>
            <a:ext cx="10452848" cy="1791071"/>
          </a:xfrm>
        </p:spPr>
        <p:txBody>
          <a:bodyPr/>
          <a:lstStyle>
            <a:lvl1pPr marL="342900" indent="-342900">
              <a:buClr>
                <a:schemeClr val="accent1"/>
              </a:buClr>
              <a:buFont typeface="Arial" panose="020B0604020202020204" pitchFamily="34" charset="0"/>
              <a:buChar char="•"/>
              <a:defRPr>
                <a:solidFill>
                  <a:schemeClr val="bg1"/>
                </a:solidFill>
              </a:defRPr>
            </a:lvl1pPr>
            <a:lvl2pPr marL="486918" indent="-285750">
              <a:buClr>
                <a:schemeClr val="accent1"/>
              </a:buClr>
              <a:buFont typeface="Arial" panose="020B0604020202020204" pitchFamily="34" charset="0"/>
              <a:buChar char="•"/>
              <a:defRPr>
                <a:solidFill>
                  <a:schemeClr val="bg1"/>
                </a:solidFill>
              </a:defRPr>
            </a:lvl2pPr>
            <a:lvl3pPr marL="669798" indent="-285750">
              <a:buClr>
                <a:schemeClr val="accent1"/>
              </a:buClr>
              <a:buFont typeface="Arial" panose="020B0604020202020204" pitchFamily="34" charset="0"/>
              <a:buChar char="•"/>
              <a:defRPr>
                <a:solidFill>
                  <a:schemeClr val="bg1"/>
                </a:solidFill>
              </a:defRPr>
            </a:lvl3pPr>
            <a:lvl4pPr marL="852678" indent="-285750">
              <a:buClr>
                <a:schemeClr val="accent1"/>
              </a:buClr>
              <a:buFont typeface="Arial" panose="020B0604020202020204" pitchFamily="34" charset="0"/>
              <a:buChar char="•"/>
              <a:defRPr>
                <a:solidFill>
                  <a:schemeClr val="bg1"/>
                </a:solidFill>
              </a:defRPr>
            </a:lvl4pPr>
            <a:lvl5pPr marL="1035558" indent="-285750">
              <a:buClr>
                <a:schemeClr val="accent1"/>
              </a:buClr>
              <a:buFont typeface="Arial" panose="020B0604020202020204" pitchFamily="34" charset="0"/>
              <a:buChar char="•"/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16" name="Date Placeholder 6">
            <a:extLst>
              <a:ext uri="{FF2B5EF4-FFF2-40B4-BE49-F238E27FC236}">
                <a16:creationId xmlns:a16="http://schemas.microsoft.com/office/drawing/2014/main" id="{DE5056B4-56A3-6E40-92E1-FA33B5C8F807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218426" y="6446838"/>
            <a:ext cx="2584850" cy="365125"/>
          </a:xfrm>
        </p:spPr>
        <p:txBody>
          <a:bodyPr/>
          <a:lstStyle/>
          <a:p>
            <a:fld id="{4BE1D723-8F53-4F53-90B0-1982A396982E}" type="datetime1">
              <a:rPr lang="en-US" smtClean="0"/>
              <a:t>12/3/2025</a:t>
            </a:fld>
            <a:endParaRPr lang="en-US" dirty="0"/>
          </a:p>
        </p:txBody>
      </p:sp>
      <p:sp>
        <p:nvSpPr>
          <p:cNvPr id="17" name="Footer Placeholder 7">
            <a:extLst>
              <a:ext uri="{FF2B5EF4-FFF2-40B4-BE49-F238E27FC236}">
                <a16:creationId xmlns:a16="http://schemas.microsoft.com/office/drawing/2014/main" id="{A47DE6D7-793F-C846-8A00-3061847B66B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1097279" y="6446838"/>
            <a:ext cx="6818262" cy="365125"/>
          </a:xfrm>
        </p:spPr>
        <p:txBody>
          <a:bodyPr/>
          <a:lstStyle/>
          <a:p>
            <a:endParaRPr lang="en-US" dirty="0"/>
          </a:p>
        </p:txBody>
      </p:sp>
      <p:sp>
        <p:nvSpPr>
          <p:cNvPr id="18" name="Slide Number Placeholder 8">
            <a:extLst>
              <a:ext uri="{FF2B5EF4-FFF2-40B4-BE49-F238E27FC236}">
                <a16:creationId xmlns:a16="http://schemas.microsoft.com/office/drawing/2014/main" id="{B4C61174-2D39-E640-8A16-DCE65554421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993582" y="6446838"/>
            <a:ext cx="780010" cy="365125"/>
          </a:xfrm>
        </p:spPr>
        <p:txBody>
          <a:bodyPr/>
          <a:lstStyle/>
          <a:p>
            <a:fld id="{3A98EE3D-8CD1-4C3F-BD1C-C98C9596463C}" type="slidenum">
              <a:rPr lang="en-US" smtClean="0"/>
              <a:t>‹#›</a:t>
            </a:fld>
            <a:endParaRPr lang="en-US" dirty="0"/>
          </a:p>
        </p:txBody>
      </p:sp>
      <p:sp>
        <p:nvSpPr>
          <p:cNvPr id="19" name="Title 9">
            <a:extLst>
              <a:ext uri="{FF2B5EF4-FFF2-40B4-BE49-F238E27FC236}">
                <a16:creationId xmlns:a16="http://schemas.microsoft.com/office/drawing/2014/main" id="{13596EE0-A679-3B49-BA9A-D5C79B0C838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32329" y="3143154"/>
            <a:ext cx="10452849" cy="910492"/>
          </a:xfrm>
        </p:spPr>
        <p:txBody>
          <a:bodyPr anchor="ctr"/>
          <a:lstStyle>
            <a:lvl1pPr algn="l">
              <a:defRPr>
                <a:solidFill>
                  <a:schemeClr val="bg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20" name="Triangle 19">
            <a:extLst>
              <a:ext uri="{FF2B5EF4-FFF2-40B4-BE49-F238E27FC236}">
                <a16:creationId xmlns:a16="http://schemas.microsoft.com/office/drawing/2014/main" id="{3E931B03-E301-6D48-8377-B08DA6C95F0B}"/>
              </a:ext>
            </a:extLst>
          </p:cNvPr>
          <p:cNvSpPr/>
          <p:nvPr userDrawn="1"/>
        </p:nvSpPr>
        <p:spPr>
          <a:xfrm>
            <a:off x="10459099" y="5309445"/>
            <a:ext cx="1465933" cy="1465933"/>
          </a:xfrm>
          <a:prstGeom prst="triangle">
            <a:avLst/>
          </a:prstGeom>
          <a:noFill/>
          <a:ln>
            <a:solidFill>
              <a:schemeClr val="accent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1" name="Triangle 20">
            <a:extLst>
              <a:ext uri="{FF2B5EF4-FFF2-40B4-BE49-F238E27FC236}">
                <a16:creationId xmlns:a16="http://schemas.microsoft.com/office/drawing/2014/main" id="{249401AC-F116-8B4C-A1A0-CF88B63E549B}"/>
              </a:ext>
            </a:extLst>
          </p:cNvPr>
          <p:cNvSpPr/>
          <p:nvPr userDrawn="1"/>
        </p:nvSpPr>
        <p:spPr>
          <a:xfrm rot="5400000">
            <a:off x="-48606" y="3334563"/>
            <a:ext cx="648200" cy="527675"/>
          </a:xfrm>
          <a:prstGeom prst="triangle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4" name="Picture Placeholder 3">
            <a:extLst>
              <a:ext uri="{FF2B5EF4-FFF2-40B4-BE49-F238E27FC236}">
                <a16:creationId xmlns:a16="http://schemas.microsoft.com/office/drawing/2014/main" id="{8A3226FF-244B-B540-ABAC-5C0E3DE3103C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413824" y="483782"/>
            <a:ext cx="11365992" cy="2457856"/>
          </a:xfrm>
          <a:solidFill>
            <a:schemeClr val="accent1"/>
          </a:solidFill>
        </p:spPr>
        <p:txBody>
          <a:bodyPr/>
          <a:lstStyle/>
          <a:p>
            <a:r>
              <a:rPr lang="en-US"/>
              <a:t>Click icon to add picture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27644867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wo Content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Rectangle 12">
            <a:extLst>
              <a:ext uri="{FF2B5EF4-FFF2-40B4-BE49-F238E27FC236}">
                <a16:creationId xmlns:a16="http://schemas.microsoft.com/office/drawing/2014/main" id="{97418687-D621-0443-9593-F546524940B3}"/>
              </a:ext>
            </a:extLst>
          </p:cNvPr>
          <p:cNvSpPr/>
          <p:nvPr userDrawn="1"/>
        </p:nvSpPr>
        <p:spPr>
          <a:xfrm>
            <a:off x="413825" y="483781"/>
            <a:ext cx="11364350" cy="5890438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932329" y="2031121"/>
            <a:ext cx="4534616" cy="3933150"/>
          </a:xfrm>
        </p:spPr>
        <p:txBody>
          <a:bodyPr/>
          <a:lstStyle>
            <a:lvl1pPr marL="342900" indent="-342900">
              <a:buClr>
                <a:schemeClr val="accent1"/>
              </a:buClr>
              <a:buFont typeface="Arial" panose="020B0604020202020204" pitchFamily="34" charset="0"/>
              <a:buChar char="•"/>
              <a:defRPr>
                <a:solidFill>
                  <a:schemeClr val="bg1"/>
                </a:solidFill>
              </a:defRPr>
            </a:lvl1pPr>
            <a:lvl2pPr marL="486918" indent="-285750">
              <a:buClr>
                <a:schemeClr val="accent1"/>
              </a:buClr>
              <a:buFont typeface="Arial" panose="020B0604020202020204" pitchFamily="34" charset="0"/>
              <a:buChar char="•"/>
              <a:defRPr>
                <a:solidFill>
                  <a:schemeClr val="bg1"/>
                </a:solidFill>
              </a:defRPr>
            </a:lvl2pPr>
            <a:lvl3pPr marL="669798" indent="-285750">
              <a:buClr>
                <a:schemeClr val="accent1"/>
              </a:buClr>
              <a:buFont typeface="Arial" panose="020B0604020202020204" pitchFamily="34" charset="0"/>
              <a:buChar char="•"/>
              <a:defRPr>
                <a:solidFill>
                  <a:schemeClr val="bg1"/>
                </a:solidFill>
              </a:defRPr>
            </a:lvl3pPr>
            <a:lvl4pPr marL="852678" indent="-285750">
              <a:buClr>
                <a:schemeClr val="accent1"/>
              </a:buClr>
              <a:buFont typeface="Arial" panose="020B0604020202020204" pitchFamily="34" charset="0"/>
              <a:buChar char="•"/>
              <a:defRPr>
                <a:solidFill>
                  <a:schemeClr val="bg1"/>
                </a:solidFill>
              </a:defRPr>
            </a:lvl4pPr>
            <a:lvl5pPr marL="1035558" indent="-285750">
              <a:buClr>
                <a:schemeClr val="accent1"/>
              </a:buClr>
              <a:buFont typeface="Arial" panose="020B0604020202020204" pitchFamily="34" charset="0"/>
              <a:buChar char="•"/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354D8B55-9EA8-4B81-8E84-9B93B0A2755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BE1D723-8F53-4F53-90B0-1982A396982E}" type="datetime1">
              <a:rPr lang="en-US" smtClean="0"/>
              <a:t>12/3/2025</a:t>
            </a:fld>
            <a:endParaRPr lang="en-US" dirty="0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062CA021-2578-47CB-822C-BDDFF7223B2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1097279" y="6446838"/>
            <a:ext cx="6818262" cy="365125"/>
          </a:xfrm>
        </p:spPr>
        <p:txBody>
          <a:bodyPr/>
          <a:lstStyle/>
          <a:p>
            <a:endParaRPr lang="en-US" dirty="0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C4AAB51D-4141-4682-9375-DAFD5FB9DD1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98EE3D-8CD1-4C3F-BD1C-C98C9596463C}" type="slidenum">
              <a:rPr lang="en-US" smtClean="0"/>
              <a:t>‹#›</a:t>
            </a:fld>
            <a:endParaRPr lang="en-US" dirty="0"/>
          </a:p>
        </p:txBody>
      </p:sp>
      <p:sp>
        <p:nvSpPr>
          <p:cNvPr id="10" name="Title 9">
            <a:extLst>
              <a:ext uri="{FF2B5EF4-FFF2-40B4-BE49-F238E27FC236}">
                <a16:creationId xmlns:a16="http://schemas.microsoft.com/office/drawing/2014/main" id="{E885CA99-382D-3E4B-9C4E-B250026EF32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32330" y="893729"/>
            <a:ext cx="4534616" cy="910492"/>
          </a:xfrm>
        </p:spPr>
        <p:txBody>
          <a:bodyPr anchor="ctr"/>
          <a:lstStyle>
            <a:lvl1pPr algn="l">
              <a:defRPr>
                <a:solidFill>
                  <a:schemeClr val="bg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1" name="Triangle 10">
            <a:extLst>
              <a:ext uri="{FF2B5EF4-FFF2-40B4-BE49-F238E27FC236}">
                <a16:creationId xmlns:a16="http://schemas.microsoft.com/office/drawing/2014/main" id="{6FFCA020-4282-7D4F-AD59-3DEA5E91ADAB}"/>
              </a:ext>
            </a:extLst>
          </p:cNvPr>
          <p:cNvSpPr/>
          <p:nvPr userDrawn="1"/>
        </p:nvSpPr>
        <p:spPr>
          <a:xfrm>
            <a:off x="10459099" y="5309445"/>
            <a:ext cx="1465933" cy="1465933"/>
          </a:xfrm>
          <a:prstGeom prst="triangle">
            <a:avLst/>
          </a:prstGeom>
          <a:noFill/>
          <a:ln>
            <a:solidFill>
              <a:srgbClr val="C5AE76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2" name="Triangle 11">
            <a:extLst>
              <a:ext uri="{FF2B5EF4-FFF2-40B4-BE49-F238E27FC236}">
                <a16:creationId xmlns:a16="http://schemas.microsoft.com/office/drawing/2014/main" id="{653A8DFA-7BAB-7F45-AC35-E4D26BDBC78A}"/>
              </a:ext>
            </a:extLst>
          </p:cNvPr>
          <p:cNvSpPr/>
          <p:nvPr userDrawn="1"/>
        </p:nvSpPr>
        <p:spPr>
          <a:xfrm rot="5400000">
            <a:off x="-48606" y="1085137"/>
            <a:ext cx="648200" cy="527675"/>
          </a:xfrm>
          <a:prstGeom prst="triangle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7" name="Freeform 16">
            <a:extLst>
              <a:ext uri="{FF2B5EF4-FFF2-40B4-BE49-F238E27FC236}">
                <a16:creationId xmlns:a16="http://schemas.microsoft.com/office/drawing/2014/main" id="{F5D5DA7E-149B-BB4E-918D-C5FF23087FF1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3727491" y="0"/>
            <a:ext cx="8464509" cy="6858000"/>
          </a:xfrm>
          <a:custGeom>
            <a:avLst/>
            <a:gdLst>
              <a:gd name="connsiteX0" fmla="*/ 3426278 w 8464509"/>
              <a:gd name="connsiteY0" fmla="*/ 0 h 6858000"/>
              <a:gd name="connsiteX1" fmla="*/ 3440072 w 8464509"/>
              <a:gd name="connsiteY1" fmla="*/ 37000 h 6858000"/>
              <a:gd name="connsiteX2" fmla="*/ 3440072 w 8464509"/>
              <a:gd name="connsiteY2" fmla="*/ 0 h 6858000"/>
              <a:gd name="connsiteX3" fmla="*/ 8464509 w 8464509"/>
              <a:gd name="connsiteY3" fmla="*/ 0 h 6858000"/>
              <a:gd name="connsiteX4" fmla="*/ 8464509 w 8464509"/>
              <a:gd name="connsiteY4" fmla="*/ 6858000 h 6858000"/>
              <a:gd name="connsiteX5" fmla="*/ 3440072 w 8464509"/>
              <a:gd name="connsiteY5" fmla="*/ 6858000 h 6858000"/>
              <a:gd name="connsiteX6" fmla="*/ 3440072 w 8464509"/>
              <a:gd name="connsiteY6" fmla="*/ 6839148 h 6858000"/>
              <a:gd name="connsiteX7" fmla="*/ 0 w 8464509"/>
              <a:gd name="connsiteY7" fmla="*/ 6858000 h 6858000"/>
              <a:gd name="connsiteX0" fmla="*/ 3426278 w 8464509"/>
              <a:gd name="connsiteY0" fmla="*/ 0 h 6858000"/>
              <a:gd name="connsiteX1" fmla="*/ 3440072 w 8464509"/>
              <a:gd name="connsiteY1" fmla="*/ 37000 h 6858000"/>
              <a:gd name="connsiteX2" fmla="*/ 3440072 w 8464509"/>
              <a:gd name="connsiteY2" fmla="*/ 0 h 6858000"/>
              <a:gd name="connsiteX3" fmla="*/ 8464509 w 8464509"/>
              <a:gd name="connsiteY3" fmla="*/ 0 h 6858000"/>
              <a:gd name="connsiteX4" fmla="*/ 8464509 w 8464509"/>
              <a:gd name="connsiteY4" fmla="*/ 6858000 h 6858000"/>
              <a:gd name="connsiteX5" fmla="*/ 3440072 w 8464509"/>
              <a:gd name="connsiteY5" fmla="*/ 6858000 h 6858000"/>
              <a:gd name="connsiteX6" fmla="*/ 0 w 8464509"/>
              <a:gd name="connsiteY6" fmla="*/ 6858000 h 6858000"/>
              <a:gd name="connsiteX7" fmla="*/ 3426278 w 8464509"/>
              <a:gd name="connsiteY7" fmla="*/ 0 h 6858000"/>
              <a:gd name="connsiteX0" fmla="*/ 3426278 w 8464509"/>
              <a:gd name="connsiteY0" fmla="*/ 0 h 6858000"/>
              <a:gd name="connsiteX1" fmla="*/ 3440072 w 8464509"/>
              <a:gd name="connsiteY1" fmla="*/ 37000 h 6858000"/>
              <a:gd name="connsiteX2" fmla="*/ 3440072 w 8464509"/>
              <a:gd name="connsiteY2" fmla="*/ 0 h 6858000"/>
              <a:gd name="connsiteX3" fmla="*/ 8464509 w 8464509"/>
              <a:gd name="connsiteY3" fmla="*/ 0 h 6858000"/>
              <a:gd name="connsiteX4" fmla="*/ 8464509 w 8464509"/>
              <a:gd name="connsiteY4" fmla="*/ 6858000 h 6858000"/>
              <a:gd name="connsiteX5" fmla="*/ 0 w 8464509"/>
              <a:gd name="connsiteY5" fmla="*/ 6858000 h 6858000"/>
              <a:gd name="connsiteX6" fmla="*/ 3426278 w 8464509"/>
              <a:gd name="connsiteY6" fmla="*/ 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8464509" h="6858000">
                <a:moveTo>
                  <a:pt x="3426278" y="0"/>
                </a:moveTo>
                <a:lnTo>
                  <a:pt x="3440072" y="37000"/>
                </a:lnTo>
                <a:lnTo>
                  <a:pt x="3440072" y="0"/>
                </a:lnTo>
                <a:lnTo>
                  <a:pt x="8464509" y="0"/>
                </a:lnTo>
                <a:lnTo>
                  <a:pt x="8464509" y="6858000"/>
                </a:lnTo>
                <a:lnTo>
                  <a:pt x="0" y="6858000"/>
                </a:lnTo>
                <a:lnTo>
                  <a:pt x="3426278" y="0"/>
                </a:lnTo>
                <a:close/>
              </a:path>
            </a:pathLst>
          </a:custGeom>
          <a:solidFill>
            <a:schemeClr val="accent4"/>
          </a:solidFill>
        </p:spPr>
        <p:txBody>
          <a:bodyPr wrap="square">
            <a:noAutofit/>
          </a:bodyPr>
          <a:lstStyle/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19" name="Triangle 18">
            <a:extLst>
              <a:ext uri="{FF2B5EF4-FFF2-40B4-BE49-F238E27FC236}">
                <a16:creationId xmlns:a16="http://schemas.microsoft.com/office/drawing/2014/main" id="{BEBB0DCE-DD71-FF40-B471-A617514321E6}"/>
              </a:ext>
            </a:extLst>
          </p:cNvPr>
          <p:cNvSpPr/>
          <p:nvPr userDrawn="1"/>
        </p:nvSpPr>
        <p:spPr>
          <a:xfrm rot="10800000">
            <a:off x="5869115" y="4530"/>
            <a:ext cx="911753" cy="911753"/>
          </a:xfrm>
          <a:prstGeom prst="triangle">
            <a:avLst/>
          </a:prstGeom>
          <a:noFill/>
          <a:ln>
            <a:solidFill>
              <a:schemeClr val="accent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85633777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Content_Blac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Rectangle 12">
            <a:extLst>
              <a:ext uri="{FF2B5EF4-FFF2-40B4-BE49-F238E27FC236}">
                <a16:creationId xmlns:a16="http://schemas.microsoft.com/office/drawing/2014/main" id="{97418687-D621-0443-9593-F546524940B3}"/>
              </a:ext>
            </a:extLst>
          </p:cNvPr>
          <p:cNvSpPr/>
          <p:nvPr userDrawn="1"/>
        </p:nvSpPr>
        <p:spPr>
          <a:xfrm>
            <a:off x="413825" y="483781"/>
            <a:ext cx="11364350" cy="5890438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932329" y="2031121"/>
            <a:ext cx="10452848" cy="3933150"/>
          </a:xfrm>
        </p:spPr>
        <p:txBody>
          <a:bodyPr/>
          <a:lstStyle>
            <a:lvl1pPr marL="342900" indent="-342900">
              <a:buClr>
                <a:schemeClr val="accent1"/>
              </a:buClr>
              <a:buFont typeface="Arial" panose="020B0604020202020204" pitchFamily="34" charset="0"/>
              <a:buChar char="•"/>
              <a:defRPr>
                <a:solidFill>
                  <a:schemeClr val="bg1"/>
                </a:solidFill>
              </a:defRPr>
            </a:lvl1pPr>
            <a:lvl2pPr marL="486918" indent="-285750">
              <a:buClr>
                <a:schemeClr val="accent1"/>
              </a:buClr>
              <a:buFont typeface="Arial" panose="020B0604020202020204" pitchFamily="34" charset="0"/>
              <a:buChar char="•"/>
              <a:defRPr>
                <a:solidFill>
                  <a:schemeClr val="bg1"/>
                </a:solidFill>
              </a:defRPr>
            </a:lvl2pPr>
            <a:lvl3pPr marL="669798" indent="-285750">
              <a:buClr>
                <a:schemeClr val="accent1"/>
              </a:buClr>
              <a:buFont typeface="Arial" panose="020B0604020202020204" pitchFamily="34" charset="0"/>
              <a:buChar char="•"/>
              <a:defRPr>
                <a:solidFill>
                  <a:schemeClr val="bg1"/>
                </a:solidFill>
              </a:defRPr>
            </a:lvl3pPr>
            <a:lvl4pPr marL="852678" indent="-285750">
              <a:buClr>
                <a:schemeClr val="accent1"/>
              </a:buClr>
              <a:buFont typeface="Arial" panose="020B0604020202020204" pitchFamily="34" charset="0"/>
              <a:buChar char="•"/>
              <a:defRPr>
                <a:solidFill>
                  <a:schemeClr val="bg1"/>
                </a:solidFill>
              </a:defRPr>
            </a:lvl4pPr>
            <a:lvl5pPr marL="1035558" indent="-285750">
              <a:buClr>
                <a:schemeClr val="accent1"/>
              </a:buClr>
              <a:buFont typeface="Arial" panose="020B0604020202020204" pitchFamily="34" charset="0"/>
              <a:buChar char="•"/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354D8B55-9EA8-4B81-8E84-9B93B0A2755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BE1D723-8F53-4F53-90B0-1982A396982E}" type="datetime1">
              <a:rPr lang="en-US" smtClean="0"/>
              <a:t>12/3/2025</a:t>
            </a:fld>
            <a:endParaRPr lang="en-US" dirty="0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062CA021-2578-47CB-822C-BDDFF7223B2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C4AAB51D-4141-4682-9375-DAFD5FB9DD1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98EE3D-8CD1-4C3F-BD1C-C98C9596463C}" type="slidenum">
              <a:rPr lang="en-US" smtClean="0"/>
              <a:t>‹#›</a:t>
            </a:fld>
            <a:endParaRPr lang="en-US" dirty="0"/>
          </a:p>
        </p:txBody>
      </p:sp>
      <p:sp>
        <p:nvSpPr>
          <p:cNvPr id="10" name="Title 9">
            <a:extLst>
              <a:ext uri="{FF2B5EF4-FFF2-40B4-BE49-F238E27FC236}">
                <a16:creationId xmlns:a16="http://schemas.microsoft.com/office/drawing/2014/main" id="{E885CA99-382D-3E4B-9C4E-B250026EF32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32329" y="893729"/>
            <a:ext cx="10452849" cy="910492"/>
          </a:xfrm>
        </p:spPr>
        <p:txBody>
          <a:bodyPr anchor="ctr"/>
          <a:lstStyle>
            <a:lvl1pPr algn="l">
              <a:defRPr>
                <a:solidFill>
                  <a:schemeClr val="bg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1" name="Triangle 10">
            <a:extLst>
              <a:ext uri="{FF2B5EF4-FFF2-40B4-BE49-F238E27FC236}">
                <a16:creationId xmlns:a16="http://schemas.microsoft.com/office/drawing/2014/main" id="{6FFCA020-4282-7D4F-AD59-3DEA5E91ADAB}"/>
              </a:ext>
            </a:extLst>
          </p:cNvPr>
          <p:cNvSpPr/>
          <p:nvPr userDrawn="1"/>
        </p:nvSpPr>
        <p:spPr>
          <a:xfrm>
            <a:off x="10459099" y="5309445"/>
            <a:ext cx="1465933" cy="1465933"/>
          </a:xfrm>
          <a:prstGeom prst="triangle">
            <a:avLst/>
          </a:prstGeom>
          <a:noFill/>
          <a:ln>
            <a:solidFill>
              <a:schemeClr val="accent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2" name="Triangle 11">
            <a:extLst>
              <a:ext uri="{FF2B5EF4-FFF2-40B4-BE49-F238E27FC236}">
                <a16:creationId xmlns:a16="http://schemas.microsoft.com/office/drawing/2014/main" id="{653A8DFA-7BAB-7F45-AC35-E4D26BDBC78A}"/>
              </a:ext>
            </a:extLst>
          </p:cNvPr>
          <p:cNvSpPr/>
          <p:nvPr userDrawn="1"/>
        </p:nvSpPr>
        <p:spPr>
          <a:xfrm rot="5400000">
            <a:off x="-48606" y="1085138"/>
            <a:ext cx="648200" cy="527675"/>
          </a:xfrm>
          <a:prstGeom prst="triangle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79293382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Only Blac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Rectangle 12">
            <a:extLst>
              <a:ext uri="{FF2B5EF4-FFF2-40B4-BE49-F238E27FC236}">
                <a16:creationId xmlns:a16="http://schemas.microsoft.com/office/drawing/2014/main" id="{97418687-D621-0443-9593-F546524940B3}"/>
              </a:ext>
            </a:extLst>
          </p:cNvPr>
          <p:cNvSpPr/>
          <p:nvPr userDrawn="1"/>
        </p:nvSpPr>
        <p:spPr>
          <a:xfrm>
            <a:off x="413825" y="483781"/>
            <a:ext cx="11364350" cy="5890438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354D8B55-9EA8-4B81-8E84-9B93B0A2755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BE1D723-8F53-4F53-90B0-1982A396982E}" type="datetime1">
              <a:rPr lang="en-US" smtClean="0"/>
              <a:t>12/3/2025</a:t>
            </a:fld>
            <a:endParaRPr lang="en-US" dirty="0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062CA021-2578-47CB-822C-BDDFF7223B2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C4AAB51D-4141-4682-9375-DAFD5FB9DD1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98EE3D-8CD1-4C3F-BD1C-C98C9596463C}" type="slidenum">
              <a:rPr lang="en-US" smtClean="0"/>
              <a:t>‹#›</a:t>
            </a:fld>
            <a:endParaRPr lang="en-US" dirty="0"/>
          </a:p>
        </p:txBody>
      </p:sp>
      <p:sp>
        <p:nvSpPr>
          <p:cNvPr id="10" name="Title 9">
            <a:extLst>
              <a:ext uri="{FF2B5EF4-FFF2-40B4-BE49-F238E27FC236}">
                <a16:creationId xmlns:a16="http://schemas.microsoft.com/office/drawing/2014/main" id="{E885CA99-382D-3E4B-9C4E-B250026EF32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32329" y="893729"/>
            <a:ext cx="10452849" cy="910492"/>
          </a:xfrm>
        </p:spPr>
        <p:txBody>
          <a:bodyPr anchor="ctr"/>
          <a:lstStyle>
            <a:lvl1pPr algn="l">
              <a:defRPr>
                <a:solidFill>
                  <a:schemeClr val="bg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1" name="Triangle 10">
            <a:extLst>
              <a:ext uri="{FF2B5EF4-FFF2-40B4-BE49-F238E27FC236}">
                <a16:creationId xmlns:a16="http://schemas.microsoft.com/office/drawing/2014/main" id="{6FFCA020-4282-7D4F-AD59-3DEA5E91ADAB}"/>
              </a:ext>
            </a:extLst>
          </p:cNvPr>
          <p:cNvSpPr/>
          <p:nvPr userDrawn="1"/>
        </p:nvSpPr>
        <p:spPr>
          <a:xfrm>
            <a:off x="10459099" y="5309445"/>
            <a:ext cx="1465933" cy="1465933"/>
          </a:xfrm>
          <a:prstGeom prst="triangle">
            <a:avLst/>
          </a:prstGeom>
          <a:noFill/>
          <a:ln>
            <a:solidFill>
              <a:schemeClr val="accent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2" name="Triangle 11">
            <a:extLst>
              <a:ext uri="{FF2B5EF4-FFF2-40B4-BE49-F238E27FC236}">
                <a16:creationId xmlns:a16="http://schemas.microsoft.com/office/drawing/2014/main" id="{653A8DFA-7BAB-7F45-AC35-E4D26BDBC78A}"/>
              </a:ext>
            </a:extLst>
          </p:cNvPr>
          <p:cNvSpPr/>
          <p:nvPr userDrawn="1"/>
        </p:nvSpPr>
        <p:spPr>
          <a:xfrm rot="5400000">
            <a:off x="-48606" y="1085138"/>
            <a:ext cx="648200" cy="527675"/>
          </a:xfrm>
          <a:prstGeom prst="triangle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20723674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Content_White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Rectangle 12">
            <a:extLst>
              <a:ext uri="{FF2B5EF4-FFF2-40B4-BE49-F238E27FC236}">
                <a16:creationId xmlns:a16="http://schemas.microsoft.com/office/drawing/2014/main" id="{97418687-D621-0443-9593-F546524940B3}"/>
              </a:ext>
            </a:extLst>
          </p:cNvPr>
          <p:cNvSpPr/>
          <p:nvPr userDrawn="1"/>
        </p:nvSpPr>
        <p:spPr>
          <a:xfrm>
            <a:off x="413825" y="483781"/>
            <a:ext cx="11364350" cy="5890438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354D8B55-9EA8-4B81-8E84-9B93B0A2755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BE1D723-8F53-4F53-90B0-1982A396982E}" type="datetime1">
              <a:rPr lang="en-US" smtClean="0"/>
              <a:t>12/3/2025</a:t>
            </a:fld>
            <a:endParaRPr lang="en-US" dirty="0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062CA021-2578-47CB-822C-BDDFF7223B2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C4AAB51D-4141-4682-9375-DAFD5FB9DD1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98EE3D-8CD1-4C3F-BD1C-C98C9596463C}" type="slidenum">
              <a:rPr lang="en-US" smtClean="0"/>
              <a:t>‹#›</a:t>
            </a:fld>
            <a:endParaRPr lang="en-US" dirty="0"/>
          </a:p>
        </p:txBody>
      </p:sp>
      <p:sp>
        <p:nvSpPr>
          <p:cNvPr id="11" name="Triangle 10">
            <a:extLst>
              <a:ext uri="{FF2B5EF4-FFF2-40B4-BE49-F238E27FC236}">
                <a16:creationId xmlns:a16="http://schemas.microsoft.com/office/drawing/2014/main" id="{6FFCA020-4282-7D4F-AD59-3DEA5E91ADAB}"/>
              </a:ext>
            </a:extLst>
          </p:cNvPr>
          <p:cNvSpPr/>
          <p:nvPr userDrawn="1"/>
        </p:nvSpPr>
        <p:spPr>
          <a:xfrm>
            <a:off x="10459099" y="5309445"/>
            <a:ext cx="1465933" cy="1465933"/>
          </a:xfrm>
          <a:prstGeom prst="triangle">
            <a:avLst/>
          </a:prstGeom>
          <a:noFill/>
          <a:ln>
            <a:solidFill>
              <a:schemeClr val="accent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2" name="Triangle 11">
            <a:extLst>
              <a:ext uri="{FF2B5EF4-FFF2-40B4-BE49-F238E27FC236}">
                <a16:creationId xmlns:a16="http://schemas.microsoft.com/office/drawing/2014/main" id="{653A8DFA-7BAB-7F45-AC35-E4D26BDBC78A}"/>
              </a:ext>
            </a:extLst>
          </p:cNvPr>
          <p:cNvSpPr/>
          <p:nvPr userDrawn="1"/>
        </p:nvSpPr>
        <p:spPr>
          <a:xfrm rot="5400000">
            <a:off x="-48606" y="1085137"/>
            <a:ext cx="648200" cy="527675"/>
          </a:xfrm>
          <a:prstGeom prst="triangle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6" name="Content Placeholder 2">
            <a:extLst>
              <a:ext uri="{FF2B5EF4-FFF2-40B4-BE49-F238E27FC236}">
                <a16:creationId xmlns:a16="http://schemas.microsoft.com/office/drawing/2014/main" id="{913F7CD6-7F0D-1C4F-AE97-8E76514EED5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932329" y="2031121"/>
            <a:ext cx="10452848" cy="3933150"/>
          </a:xfrm>
        </p:spPr>
        <p:txBody>
          <a:bodyPr/>
          <a:lstStyle>
            <a:lvl1pPr marL="342900" indent="-342900">
              <a:buClr>
                <a:schemeClr val="accent1"/>
              </a:buClr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</a:defRPr>
            </a:lvl1pPr>
            <a:lvl2pPr marL="486918" indent="-285750">
              <a:buClr>
                <a:schemeClr val="accent1"/>
              </a:buClr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</a:defRPr>
            </a:lvl2pPr>
            <a:lvl3pPr marL="669798" indent="-285750">
              <a:buClr>
                <a:schemeClr val="accent1"/>
              </a:buClr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</a:defRPr>
            </a:lvl3pPr>
            <a:lvl4pPr marL="852678" indent="-285750">
              <a:buClr>
                <a:schemeClr val="accent1"/>
              </a:buClr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</a:defRPr>
            </a:lvl4pPr>
            <a:lvl5pPr marL="1035558" indent="-285750">
              <a:buClr>
                <a:schemeClr val="accent1"/>
              </a:buClr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17" name="Title 9">
            <a:extLst>
              <a:ext uri="{FF2B5EF4-FFF2-40B4-BE49-F238E27FC236}">
                <a16:creationId xmlns:a16="http://schemas.microsoft.com/office/drawing/2014/main" id="{FC3934F6-C727-0048-AD31-76E16E77968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32329" y="893729"/>
            <a:ext cx="10452849" cy="910492"/>
          </a:xfrm>
        </p:spPr>
        <p:txBody>
          <a:bodyPr anchor="ctr"/>
          <a:lstStyle>
            <a:lvl1pPr algn="l">
              <a:defRPr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4380297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Only_White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Rectangle 12">
            <a:extLst>
              <a:ext uri="{FF2B5EF4-FFF2-40B4-BE49-F238E27FC236}">
                <a16:creationId xmlns:a16="http://schemas.microsoft.com/office/drawing/2014/main" id="{97418687-D621-0443-9593-F546524940B3}"/>
              </a:ext>
            </a:extLst>
          </p:cNvPr>
          <p:cNvSpPr/>
          <p:nvPr userDrawn="1"/>
        </p:nvSpPr>
        <p:spPr>
          <a:xfrm>
            <a:off x="413825" y="483781"/>
            <a:ext cx="11364350" cy="5890438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354D8B55-9EA8-4B81-8E84-9B93B0A2755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BE1D723-8F53-4F53-90B0-1982A396982E}" type="datetime1">
              <a:rPr lang="en-US" smtClean="0"/>
              <a:t>12/3/2025</a:t>
            </a:fld>
            <a:endParaRPr lang="en-US" dirty="0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062CA021-2578-47CB-822C-BDDFF7223B2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C4AAB51D-4141-4682-9375-DAFD5FB9DD1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98EE3D-8CD1-4C3F-BD1C-C98C9596463C}" type="slidenum">
              <a:rPr lang="en-US" smtClean="0"/>
              <a:t>‹#›</a:t>
            </a:fld>
            <a:endParaRPr lang="en-US" dirty="0"/>
          </a:p>
        </p:txBody>
      </p:sp>
      <p:sp>
        <p:nvSpPr>
          <p:cNvPr id="11" name="Triangle 10">
            <a:extLst>
              <a:ext uri="{FF2B5EF4-FFF2-40B4-BE49-F238E27FC236}">
                <a16:creationId xmlns:a16="http://schemas.microsoft.com/office/drawing/2014/main" id="{6FFCA020-4282-7D4F-AD59-3DEA5E91ADAB}"/>
              </a:ext>
            </a:extLst>
          </p:cNvPr>
          <p:cNvSpPr/>
          <p:nvPr userDrawn="1"/>
        </p:nvSpPr>
        <p:spPr>
          <a:xfrm>
            <a:off x="10459099" y="5309445"/>
            <a:ext cx="1465933" cy="1465933"/>
          </a:xfrm>
          <a:prstGeom prst="triangle">
            <a:avLst/>
          </a:prstGeom>
          <a:noFill/>
          <a:ln>
            <a:solidFill>
              <a:schemeClr val="accent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2" name="Triangle 11">
            <a:extLst>
              <a:ext uri="{FF2B5EF4-FFF2-40B4-BE49-F238E27FC236}">
                <a16:creationId xmlns:a16="http://schemas.microsoft.com/office/drawing/2014/main" id="{653A8DFA-7BAB-7F45-AC35-E4D26BDBC78A}"/>
              </a:ext>
            </a:extLst>
          </p:cNvPr>
          <p:cNvSpPr/>
          <p:nvPr userDrawn="1"/>
        </p:nvSpPr>
        <p:spPr>
          <a:xfrm rot="5400000">
            <a:off x="-48606" y="1085137"/>
            <a:ext cx="648200" cy="527675"/>
          </a:xfrm>
          <a:prstGeom prst="triangle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7" name="Title 9">
            <a:extLst>
              <a:ext uri="{FF2B5EF4-FFF2-40B4-BE49-F238E27FC236}">
                <a16:creationId xmlns:a16="http://schemas.microsoft.com/office/drawing/2014/main" id="{FC3934F6-C727-0048-AD31-76E16E77968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32329" y="893729"/>
            <a:ext cx="10452849" cy="910492"/>
          </a:xfrm>
        </p:spPr>
        <p:txBody>
          <a:bodyPr anchor="ctr"/>
          <a:lstStyle>
            <a:lvl1pPr algn="l">
              <a:defRPr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55943207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mparison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Rectangle 24">
            <a:extLst>
              <a:ext uri="{FF2B5EF4-FFF2-40B4-BE49-F238E27FC236}">
                <a16:creationId xmlns:a16="http://schemas.microsoft.com/office/drawing/2014/main" id="{298B14A3-A5A4-2F4A-95D8-651E4818BB24}"/>
              </a:ext>
            </a:extLst>
          </p:cNvPr>
          <p:cNvSpPr/>
          <p:nvPr userDrawn="1"/>
        </p:nvSpPr>
        <p:spPr>
          <a:xfrm>
            <a:off x="413825" y="483781"/>
            <a:ext cx="11364350" cy="5890438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6" name="Triangle 25">
            <a:extLst>
              <a:ext uri="{FF2B5EF4-FFF2-40B4-BE49-F238E27FC236}">
                <a16:creationId xmlns:a16="http://schemas.microsoft.com/office/drawing/2014/main" id="{FA21A50F-6662-5046-B75A-1261DC14ABFA}"/>
              </a:ext>
            </a:extLst>
          </p:cNvPr>
          <p:cNvSpPr/>
          <p:nvPr userDrawn="1"/>
        </p:nvSpPr>
        <p:spPr>
          <a:xfrm rot="5400000">
            <a:off x="-48606" y="1085137"/>
            <a:ext cx="648200" cy="527675"/>
          </a:xfrm>
          <a:prstGeom prst="triangle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grpSp>
        <p:nvGrpSpPr>
          <p:cNvPr id="13" name="Group 12">
            <a:extLst>
              <a:ext uri="{FF2B5EF4-FFF2-40B4-BE49-F238E27FC236}">
                <a16:creationId xmlns:a16="http://schemas.microsoft.com/office/drawing/2014/main" id="{2FDC47F2-EE1F-4644-989A-72996AC94A96}"/>
              </a:ext>
            </a:extLst>
          </p:cNvPr>
          <p:cNvGrpSpPr/>
          <p:nvPr userDrawn="1"/>
        </p:nvGrpSpPr>
        <p:grpSpPr>
          <a:xfrm>
            <a:off x="401408" y="1983214"/>
            <a:ext cx="5127171" cy="979022"/>
            <a:chOff x="417597" y="1992086"/>
            <a:chExt cx="5127171" cy="979022"/>
          </a:xfrm>
        </p:grpSpPr>
        <p:sp>
          <p:nvSpPr>
            <p:cNvPr id="14" name="Rectangle 13">
              <a:extLst>
                <a:ext uri="{FF2B5EF4-FFF2-40B4-BE49-F238E27FC236}">
                  <a16:creationId xmlns:a16="http://schemas.microsoft.com/office/drawing/2014/main" id="{386ED203-5311-5B45-870D-8D058E718B91}"/>
                </a:ext>
              </a:extLst>
            </p:cNvPr>
            <p:cNvSpPr/>
            <p:nvPr/>
          </p:nvSpPr>
          <p:spPr>
            <a:xfrm>
              <a:off x="417597" y="1992086"/>
              <a:ext cx="5127171" cy="704702"/>
            </a:xfrm>
            <a:prstGeom prst="rect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2400" dirty="0"/>
            </a:p>
          </p:txBody>
        </p:sp>
        <p:sp>
          <p:nvSpPr>
            <p:cNvPr id="15" name="Triangle 14">
              <a:extLst>
                <a:ext uri="{FF2B5EF4-FFF2-40B4-BE49-F238E27FC236}">
                  <a16:creationId xmlns:a16="http://schemas.microsoft.com/office/drawing/2014/main" id="{DE2C0F56-426C-5F4D-AAFD-DF53CA60DB1F}"/>
                </a:ext>
              </a:extLst>
            </p:cNvPr>
            <p:cNvSpPr>
              <a:spLocks noChangeAspect="1"/>
            </p:cNvSpPr>
            <p:nvPr/>
          </p:nvSpPr>
          <p:spPr>
            <a:xfrm rot="10800000">
              <a:off x="2821824" y="2696788"/>
              <a:ext cx="318212" cy="274320"/>
            </a:xfrm>
            <a:prstGeom prst="triangle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400" dirty="0"/>
            </a:p>
          </p:txBody>
        </p:sp>
      </p:grp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45125" y="1984781"/>
            <a:ext cx="4639736" cy="703135"/>
          </a:xfrm>
        </p:spPr>
        <p:txBody>
          <a:bodyPr lIns="91440" rIns="91440" anchor="ctr">
            <a:normAutofit/>
          </a:bodyPr>
          <a:lstStyle>
            <a:lvl1pPr marL="0" indent="0" algn="ctr">
              <a:buNone/>
              <a:defRPr sz="2000" b="0" cap="all" baseline="0">
                <a:solidFill>
                  <a:schemeClr val="bg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45125" y="3154858"/>
            <a:ext cx="4639736" cy="2870009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8AF8A515-AA94-45D1-9223-5C2272618D8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DF0F1C-5577-4ACB-BB62-DF8F3C494C7E}" type="datetime1">
              <a:rPr lang="en-US" smtClean="0"/>
              <a:t>12/3/2025</a:t>
            </a:fld>
            <a:endParaRPr lang="en-US" dirty="0"/>
          </a:p>
        </p:txBody>
      </p:sp>
      <p:sp>
        <p:nvSpPr>
          <p:cNvPr id="11" name="Footer Placeholder 10">
            <a:extLst>
              <a:ext uri="{FF2B5EF4-FFF2-40B4-BE49-F238E27FC236}">
                <a16:creationId xmlns:a16="http://schemas.microsoft.com/office/drawing/2014/main" id="{D052F5BC-98E0-4D60-AD67-9547738B7DD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1097279" y="6446838"/>
            <a:ext cx="6818262" cy="365125"/>
          </a:xfrm>
        </p:spPr>
        <p:txBody>
          <a:bodyPr/>
          <a:lstStyle/>
          <a:p>
            <a:endParaRPr lang="en-US" dirty="0"/>
          </a:p>
        </p:txBody>
      </p:sp>
      <p:sp>
        <p:nvSpPr>
          <p:cNvPr id="12" name="Slide Number Placeholder 11">
            <a:extLst>
              <a:ext uri="{FF2B5EF4-FFF2-40B4-BE49-F238E27FC236}">
                <a16:creationId xmlns:a16="http://schemas.microsoft.com/office/drawing/2014/main" id="{A38552DC-952E-41EA-AAAF-C2187523C0B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98EE3D-8CD1-4C3F-BD1C-C98C9596463C}" type="slidenum">
              <a:rPr lang="en-US" smtClean="0"/>
              <a:t>‹#›</a:t>
            </a:fld>
            <a:endParaRPr lang="en-US" dirty="0"/>
          </a:p>
        </p:txBody>
      </p:sp>
      <p:grpSp>
        <p:nvGrpSpPr>
          <p:cNvPr id="19" name="Group 18">
            <a:extLst>
              <a:ext uri="{FF2B5EF4-FFF2-40B4-BE49-F238E27FC236}">
                <a16:creationId xmlns:a16="http://schemas.microsoft.com/office/drawing/2014/main" id="{0EC9B82D-42A0-2549-AF1A-BB955578D14E}"/>
              </a:ext>
            </a:extLst>
          </p:cNvPr>
          <p:cNvGrpSpPr/>
          <p:nvPr userDrawn="1"/>
        </p:nvGrpSpPr>
        <p:grpSpPr>
          <a:xfrm>
            <a:off x="6663674" y="1983214"/>
            <a:ext cx="5127171" cy="979022"/>
            <a:chOff x="417597" y="1992086"/>
            <a:chExt cx="5127171" cy="979022"/>
          </a:xfrm>
        </p:grpSpPr>
        <p:sp>
          <p:nvSpPr>
            <p:cNvPr id="20" name="Rectangle 19">
              <a:extLst>
                <a:ext uri="{FF2B5EF4-FFF2-40B4-BE49-F238E27FC236}">
                  <a16:creationId xmlns:a16="http://schemas.microsoft.com/office/drawing/2014/main" id="{6F986011-7709-A448-BC93-37507571BAF8}"/>
                </a:ext>
              </a:extLst>
            </p:cNvPr>
            <p:cNvSpPr/>
            <p:nvPr/>
          </p:nvSpPr>
          <p:spPr>
            <a:xfrm>
              <a:off x="417597" y="1992086"/>
              <a:ext cx="5127171" cy="704702"/>
            </a:xfrm>
            <a:prstGeom prst="rect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2400" dirty="0"/>
            </a:p>
          </p:txBody>
        </p:sp>
        <p:sp>
          <p:nvSpPr>
            <p:cNvPr id="21" name="Triangle 20">
              <a:extLst>
                <a:ext uri="{FF2B5EF4-FFF2-40B4-BE49-F238E27FC236}">
                  <a16:creationId xmlns:a16="http://schemas.microsoft.com/office/drawing/2014/main" id="{97EFE62B-D2C4-6147-8593-BDB17D7FB781}"/>
                </a:ext>
              </a:extLst>
            </p:cNvPr>
            <p:cNvSpPr>
              <a:spLocks noChangeAspect="1"/>
            </p:cNvSpPr>
            <p:nvPr/>
          </p:nvSpPr>
          <p:spPr>
            <a:xfrm rot="10800000">
              <a:off x="2822076" y="2696788"/>
              <a:ext cx="318212" cy="274320"/>
            </a:xfrm>
            <a:prstGeom prst="triangle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400" dirty="0"/>
            </a:p>
          </p:txBody>
        </p:sp>
      </p:grpSp>
      <p:sp>
        <p:nvSpPr>
          <p:cNvPr id="22" name="Text Placeholder 2">
            <a:extLst>
              <a:ext uri="{FF2B5EF4-FFF2-40B4-BE49-F238E27FC236}">
                <a16:creationId xmlns:a16="http://schemas.microsoft.com/office/drawing/2014/main" id="{A343E295-0EB5-2B45-8B07-FB33A0D549D9}"/>
              </a:ext>
            </a:extLst>
          </p:cNvPr>
          <p:cNvSpPr>
            <a:spLocks noGrp="1"/>
          </p:cNvSpPr>
          <p:nvPr>
            <p:ph type="body" idx="13"/>
          </p:nvPr>
        </p:nvSpPr>
        <p:spPr>
          <a:xfrm>
            <a:off x="6907391" y="1984781"/>
            <a:ext cx="4639736" cy="703135"/>
          </a:xfrm>
        </p:spPr>
        <p:txBody>
          <a:bodyPr lIns="91440" rIns="91440" anchor="ctr">
            <a:normAutofit/>
          </a:bodyPr>
          <a:lstStyle>
            <a:lvl1pPr marL="0" indent="0" algn="ctr">
              <a:buNone/>
              <a:defRPr sz="2000" b="0" cap="all" baseline="0">
                <a:solidFill>
                  <a:schemeClr val="bg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3" name="Content Placeholder 3">
            <a:extLst>
              <a:ext uri="{FF2B5EF4-FFF2-40B4-BE49-F238E27FC236}">
                <a16:creationId xmlns:a16="http://schemas.microsoft.com/office/drawing/2014/main" id="{86411A82-4B2C-2345-940D-003FAE95661B}"/>
              </a:ext>
            </a:extLst>
          </p:cNvPr>
          <p:cNvSpPr>
            <a:spLocks noGrp="1"/>
          </p:cNvSpPr>
          <p:nvPr>
            <p:ph sz="half" idx="14"/>
          </p:nvPr>
        </p:nvSpPr>
        <p:spPr>
          <a:xfrm>
            <a:off x="6907391" y="3154858"/>
            <a:ext cx="4639736" cy="2870009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E81638DF-1560-0147-9FCE-648610243627}"/>
              </a:ext>
            </a:extLst>
          </p:cNvPr>
          <p:cNvCxnSpPr/>
          <p:nvPr userDrawn="1"/>
        </p:nvCxnSpPr>
        <p:spPr>
          <a:xfrm>
            <a:off x="6096000" y="2055833"/>
            <a:ext cx="0" cy="3813262"/>
          </a:xfrm>
          <a:prstGeom prst="line">
            <a:avLst/>
          </a:prstGeom>
          <a:ln>
            <a:prstDash val="lg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7" name="Title 9">
            <a:extLst>
              <a:ext uri="{FF2B5EF4-FFF2-40B4-BE49-F238E27FC236}">
                <a16:creationId xmlns:a16="http://schemas.microsoft.com/office/drawing/2014/main" id="{6500C466-2C7C-0F41-ADF8-F36158F8BCB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32330" y="893729"/>
            <a:ext cx="10205573" cy="910492"/>
          </a:xfrm>
        </p:spPr>
        <p:txBody>
          <a:bodyPr anchor="ctr"/>
          <a:lstStyle>
            <a:lvl1pPr algn="l">
              <a:defRPr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90347312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A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94E9223F-721F-47BF-9FD5-0F8D12FF0DE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9667345-2558-425A-8533-9BFDBCE15005}" type="datetime1">
              <a:rPr lang="en-US" smtClean="0"/>
              <a:t>12/3/2025</a:t>
            </a:fld>
            <a:endParaRPr lang="en-US" dirty="0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05915714-6BBA-4593-8591-4E26F7D58D9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E06F857-D2E1-44DD-ABDD-EBB739645B6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98EE3D-8CD1-4C3F-BD1C-C98C9596463C}" type="slidenum">
              <a:rPr lang="en-US" smtClean="0"/>
              <a:t>‹#›</a:t>
            </a:fld>
            <a:endParaRPr lang="en-US" dirty="0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95E5791F-3F71-BF44-BA4E-0B7D386184DC}"/>
              </a:ext>
            </a:extLst>
          </p:cNvPr>
          <p:cNvSpPr/>
          <p:nvPr userDrawn="1"/>
        </p:nvSpPr>
        <p:spPr>
          <a:xfrm>
            <a:off x="0" y="467833"/>
            <a:ext cx="11729822" cy="5890438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7" name="Triangle 6">
            <a:extLst>
              <a:ext uri="{FF2B5EF4-FFF2-40B4-BE49-F238E27FC236}">
                <a16:creationId xmlns:a16="http://schemas.microsoft.com/office/drawing/2014/main" id="{19AE2E01-52D8-994A-80AC-622260011952}"/>
              </a:ext>
            </a:extLst>
          </p:cNvPr>
          <p:cNvSpPr/>
          <p:nvPr userDrawn="1"/>
        </p:nvSpPr>
        <p:spPr>
          <a:xfrm>
            <a:off x="1915754" y="3684257"/>
            <a:ext cx="3112470" cy="3112470"/>
          </a:xfrm>
          <a:prstGeom prst="triangle">
            <a:avLst/>
          </a:prstGeom>
          <a:noFill/>
          <a:ln>
            <a:solidFill>
              <a:schemeClr val="accent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8" name="Triangle 7">
            <a:extLst>
              <a:ext uri="{FF2B5EF4-FFF2-40B4-BE49-F238E27FC236}">
                <a16:creationId xmlns:a16="http://schemas.microsoft.com/office/drawing/2014/main" id="{B8F16C36-FC88-9044-8303-4AAB2C148BA5}"/>
              </a:ext>
            </a:extLst>
          </p:cNvPr>
          <p:cNvSpPr/>
          <p:nvPr userDrawn="1"/>
        </p:nvSpPr>
        <p:spPr>
          <a:xfrm>
            <a:off x="4668946" y="522786"/>
            <a:ext cx="718556" cy="718556"/>
          </a:xfrm>
          <a:prstGeom prst="triangle">
            <a:avLst/>
          </a:prstGeom>
          <a:pattFill prst="dkHorz">
            <a:fgClr>
              <a:schemeClr val="accent1"/>
            </a:fgClr>
            <a:bgClr>
              <a:schemeClr val="tx1"/>
            </a:bgClr>
          </a:patt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5" name="Freeform 14">
            <a:extLst>
              <a:ext uri="{FF2B5EF4-FFF2-40B4-BE49-F238E27FC236}">
                <a16:creationId xmlns:a16="http://schemas.microsoft.com/office/drawing/2014/main" id="{7DA0D001-BFE9-164E-A088-53FE53ABF519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-1" y="0"/>
            <a:ext cx="5123378" cy="6864485"/>
          </a:xfrm>
          <a:custGeom>
            <a:avLst/>
            <a:gdLst>
              <a:gd name="connsiteX0" fmla="*/ 1602021 w 6096000"/>
              <a:gd name="connsiteY0" fmla="*/ 0 h 6858000"/>
              <a:gd name="connsiteX1" fmla="*/ 6096000 w 6096000"/>
              <a:gd name="connsiteY1" fmla="*/ 0 h 6858000"/>
              <a:gd name="connsiteX2" fmla="*/ 1612869 w 6096000"/>
              <a:gd name="connsiteY2" fmla="*/ 6841445 h 6858000"/>
              <a:gd name="connsiteX3" fmla="*/ 1612869 w 6096000"/>
              <a:gd name="connsiteY3" fmla="*/ 6858000 h 6858000"/>
              <a:gd name="connsiteX4" fmla="*/ 0 w 6096000"/>
              <a:gd name="connsiteY4" fmla="*/ 6858000 h 6858000"/>
              <a:gd name="connsiteX5" fmla="*/ 0 w 6096000"/>
              <a:gd name="connsiteY5" fmla="*/ 0 h 6858000"/>
              <a:gd name="connsiteX6" fmla="*/ 1602021 w 6096000"/>
              <a:gd name="connsiteY6" fmla="*/ 0 h 6858000"/>
              <a:gd name="connsiteX0" fmla="*/ 1602021 w 6096000"/>
              <a:gd name="connsiteY0" fmla="*/ 0 h 6858000"/>
              <a:gd name="connsiteX1" fmla="*/ 6096000 w 6096000"/>
              <a:gd name="connsiteY1" fmla="*/ 0 h 6858000"/>
              <a:gd name="connsiteX2" fmla="*/ 2014112 w 6096000"/>
              <a:gd name="connsiteY2" fmla="*/ 6857657 h 6858000"/>
              <a:gd name="connsiteX3" fmla="*/ 1612869 w 6096000"/>
              <a:gd name="connsiteY3" fmla="*/ 6858000 h 6858000"/>
              <a:gd name="connsiteX4" fmla="*/ 0 w 6096000"/>
              <a:gd name="connsiteY4" fmla="*/ 6858000 h 6858000"/>
              <a:gd name="connsiteX5" fmla="*/ 0 w 6096000"/>
              <a:gd name="connsiteY5" fmla="*/ 0 h 6858000"/>
              <a:gd name="connsiteX6" fmla="*/ 1602021 w 6096000"/>
              <a:gd name="connsiteY6" fmla="*/ 0 h 6858000"/>
              <a:gd name="connsiteX0" fmla="*/ 1602021 w 6096000"/>
              <a:gd name="connsiteY0" fmla="*/ 0 h 6864485"/>
              <a:gd name="connsiteX1" fmla="*/ 6096000 w 6096000"/>
              <a:gd name="connsiteY1" fmla="*/ 0 h 6864485"/>
              <a:gd name="connsiteX2" fmla="*/ 2014112 w 6096000"/>
              <a:gd name="connsiteY2" fmla="*/ 6857657 h 6864485"/>
              <a:gd name="connsiteX3" fmla="*/ 2033403 w 6096000"/>
              <a:gd name="connsiteY3" fmla="*/ 6864485 h 6864485"/>
              <a:gd name="connsiteX4" fmla="*/ 0 w 6096000"/>
              <a:gd name="connsiteY4" fmla="*/ 6858000 h 6864485"/>
              <a:gd name="connsiteX5" fmla="*/ 0 w 6096000"/>
              <a:gd name="connsiteY5" fmla="*/ 0 h 6864485"/>
              <a:gd name="connsiteX6" fmla="*/ 1602021 w 6096000"/>
              <a:gd name="connsiteY6" fmla="*/ 0 h 6864485"/>
              <a:gd name="connsiteX0" fmla="*/ 1602021 w 6096000"/>
              <a:gd name="connsiteY0" fmla="*/ 0 h 6864485"/>
              <a:gd name="connsiteX1" fmla="*/ 6096000 w 6096000"/>
              <a:gd name="connsiteY1" fmla="*/ 0 h 6864485"/>
              <a:gd name="connsiteX2" fmla="*/ 2014112 w 6096000"/>
              <a:gd name="connsiteY2" fmla="*/ 6857657 h 6864485"/>
              <a:gd name="connsiteX3" fmla="*/ 2002538 w 6096000"/>
              <a:gd name="connsiteY3" fmla="*/ 6864485 h 6864485"/>
              <a:gd name="connsiteX4" fmla="*/ 0 w 6096000"/>
              <a:gd name="connsiteY4" fmla="*/ 6858000 h 6864485"/>
              <a:gd name="connsiteX5" fmla="*/ 0 w 6096000"/>
              <a:gd name="connsiteY5" fmla="*/ 0 h 6864485"/>
              <a:gd name="connsiteX6" fmla="*/ 1602021 w 6096000"/>
              <a:gd name="connsiteY6" fmla="*/ 0 h 686448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6096000" h="6864485">
                <a:moveTo>
                  <a:pt x="1602021" y="0"/>
                </a:moveTo>
                <a:lnTo>
                  <a:pt x="6096000" y="0"/>
                </a:lnTo>
                <a:lnTo>
                  <a:pt x="2014112" y="6857657"/>
                </a:lnTo>
                <a:lnTo>
                  <a:pt x="2002538" y="6864485"/>
                </a:lnTo>
                <a:lnTo>
                  <a:pt x="0" y="6858000"/>
                </a:lnTo>
                <a:lnTo>
                  <a:pt x="0" y="0"/>
                </a:lnTo>
                <a:lnTo>
                  <a:pt x="1602021" y="0"/>
                </a:lnTo>
                <a:close/>
              </a:path>
            </a:pathLst>
          </a:custGeom>
          <a:solidFill>
            <a:schemeClr val="accent1"/>
          </a:solidFill>
        </p:spPr>
        <p:txBody>
          <a:bodyPr wrap="square">
            <a:noAutofit/>
          </a:bodyPr>
          <a:lstStyle/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16" name="Title 1">
            <a:extLst>
              <a:ext uri="{FF2B5EF4-FFF2-40B4-BE49-F238E27FC236}">
                <a16:creationId xmlns:a16="http://schemas.microsoft.com/office/drawing/2014/main" id="{810C3D4C-012F-184D-B7D5-E89B7B9A726E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4506410" y="2679259"/>
            <a:ext cx="2988860" cy="1395208"/>
          </a:xfrm>
        </p:spPr>
        <p:txBody>
          <a:bodyPr lIns="0" anchor="ctr">
            <a:normAutofit/>
          </a:bodyPr>
          <a:lstStyle>
            <a:lvl1pPr algn="ctr">
              <a:defRPr sz="3600"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TITLE GOES HERE</a:t>
            </a:r>
          </a:p>
        </p:txBody>
      </p:sp>
      <p:sp>
        <p:nvSpPr>
          <p:cNvPr id="17" name="Text Placeholder 11">
            <a:extLst>
              <a:ext uri="{FF2B5EF4-FFF2-40B4-BE49-F238E27FC236}">
                <a16:creationId xmlns:a16="http://schemas.microsoft.com/office/drawing/2014/main" id="{D16862ED-2F5E-FE49-AB49-49CEC0EA332A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8218426" y="793580"/>
            <a:ext cx="3304279" cy="5270839"/>
          </a:xfrm>
        </p:spPr>
        <p:txBody>
          <a:bodyPr lIns="0" anchor="ctr">
            <a:normAutofit/>
          </a:bodyPr>
          <a:lstStyle>
            <a:lvl1pPr marL="285750" indent="-285750">
              <a:lnSpc>
                <a:spcPct val="100000"/>
              </a:lnSpc>
              <a:spcBef>
                <a:spcPts val="0"/>
              </a:spcBef>
              <a:spcAft>
                <a:spcPts val="1500"/>
              </a:spcAft>
              <a:buClr>
                <a:schemeClr val="accent1"/>
              </a:buClr>
              <a:buFont typeface="Arial" panose="020B0604020202020204" pitchFamily="34" charset="0"/>
              <a:buChar char="•"/>
              <a:defRPr sz="1600" spc="0">
                <a:solidFill>
                  <a:schemeClr val="bg1"/>
                </a:solidFill>
              </a:defRPr>
            </a:lvl1pPr>
            <a:lvl2pPr>
              <a:lnSpc>
                <a:spcPct val="150000"/>
              </a:lnSpc>
              <a:defRPr sz="1200" spc="0">
                <a:solidFill>
                  <a:schemeClr val="tx2"/>
                </a:solidFill>
              </a:defRPr>
            </a:lvl2pPr>
            <a:lvl3pPr>
              <a:lnSpc>
                <a:spcPct val="150000"/>
              </a:lnSpc>
              <a:defRPr sz="1200" spc="0">
                <a:solidFill>
                  <a:schemeClr val="tx2"/>
                </a:solidFill>
              </a:defRPr>
            </a:lvl3pPr>
            <a:lvl4pPr>
              <a:lnSpc>
                <a:spcPct val="150000"/>
              </a:lnSpc>
              <a:defRPr sz="1200" spc="0">
                <a:solidFill>
                  <a:schemeClr val="tx2"/>
                </a:solidFill>
              </a:defRPr>
            </a:lvl4pPr>
            <a:lvl5pPr>
              <a:lnSpc>
                <a:spcPct val="150000"/>
              </a:lnSpc>
              <a:defRPr sz="1200" spc="0">
                <a:solidFill>
                  <a:schemeClr val="tx2"/>
                </a:solidFill>
              </a:defRPr>
            </a:lvl5pPr>
          </a:lstStyle>
          <a:p>
            <a:pPr lvl="0"/>
            <a:r>
              <a:rPr lang="en-US" dirty="0"/>
              <a:t>Text goes here</a:t>
            </a:r>
          </a:p>
        </p:txBody>
      </p:sp>
    </p:spTree>
    <p:extLst>
      <p:ext uri="{BB962C8B-B14F-4D97-AF65-F5344CB8AC3E}">
        <p14:creationId xmlns:p14="http://schemas.microsoft.com/office/powerpoint/2010/main" val="415982550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Title and Content with Imag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94E9223F-721F-47BF-9FD5-0F8D12FF0DE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9667345-2558-425A-8533-9BFDBCE15005}" type="datetime1">
              <a:rPr lang="en-US" smtClean="0"/>
              <a:t>12/3/2025</a:t>
            </a:fld>
            <a:endParaRPr lang="en-US" dirty="0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05915714-6BBA-4593-8591-4E26F7D58D9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E06F857-D2E1-44DD-ABDD-EBB739645B6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98EE3D-8CD1-4C3F-BD1C-C98C9596463C}" type="slidenum">
              <a:rPr lang="en-US" smtClean="0"/>
              <a:t>‹#›</a:t>
            </a:fld>
            <a:endParaRPr lang="en-US" dirty="0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E872A5F6-5449-2840-B48F-2AA85FE272A3}"/>
              </a:ext>
            </a:extLst>
          </p:cNvPr>
          <p:cNvSpPr/>
          <p:nvPr userDrawn="1"/>
        </p:nvSpPr>
        <p:spPr>
          <a:xfrm>
            <a:off x="0" y="0"/>
            <a:ext cx="3502598" cy="6858000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6" name="Triangle 5">
            <a:extLst>
              <a:ext uri="{FF2B5EF4-FFF2-40B4-BE49-F238E27FC236}">
                <a16:creationId xmlns:a16="http://schemas.microsoft.com/office/drawing/2014/main" id="{2B3A8339-6DA4-E549-AEA2-9512C53F064F}"/>
              </a:ext>
            </a:extLst>
          </p:cNvPr>
          <p:cNvSpPr/>
          <p:nvPr userDrawn="1"/>
        </p:nvSpPr>
        <p:spPr>
          <a:xfrm>
            <a:off x="3591475" y="5273069"/>
            <a:ext cx="1486666" cy="1486666"/>
          </a:xfrm>
          <a:prstGeom prst="triangle">
            <a:avLst/>
          </a:prstGeom>
          <a:pattFill prst="lgGrid">
            <a:fgClr>
              <a:schemeClr val="accent1"/>
            </a:fgClr>
            <a:bgClr>
              <a:schemeClr val="bg1"/>
            </a:bgClr>
          </a:patt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7" name="Triangle 6">
            <a:extLst>
              <a:ext uri="{FF2B5EF4-FFF2-40B4-BE49-F238E27FC236}">
                <a16:creationId xmlns:a16="http://schemas.microsoft.com/office/drawing/2014/main" id="{752EA775-82B0-BA48-8CA2-7A09D72EC958}"/>
              </a:ext>
            </a:extLst>
          </p:cNvPr>
          <p:cNvSpPr/>
          <p:nvPr userDrawn="1"/>
        </p:nvSpPr>
        <p:spPr>
          <a:xfrm>
            <a:off x="76559" y="597553"/>
            <a:ext cx="562863" cy="562863"/>
          </a:xfrm>
          <a:prstGeom prst="triangle">
            <a:avLst/>
          </a:prstGeom>
          <a:pattFill prst="ltVert">
            <a:fgClr>
              <a:schemeClr val="accent1"/>
            </a:fgClr>
            <a:bgClr>
              <a:schemeClr val="tx1"/>
            </a:bgClr>
          </a:patt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8" name="Triangle 7">
            <a:extLst>
              <a:ext uri="{FF2B5EF4-FFF2-40B4-BE49-F238E27FC236}">
                <a16:creationId xmlns:a16="http://schemas.microsoft.com/office/drawing/2014/main" id="{2C6B50B5-10C1-4A40-9531-4F8DC16892F8}"/>
              </a:ext>
            </a:extLst>
          </p:cNvPr>
          <p:cNvSpPr/>
          <p:nvPr userDrawn="1"/>
        </p:nvSpPr>
        <p:spPr>
          <a:xfrm>
            <a:off x="357990" y="3814571"/>
            <a:ext cx="2960808" cy="2960808"/>
          </a:xfrm>
          <a:prstGeom prst="triangle">
            <a:avLst/>
          </a:prstGeom>
          <a:noFill/>
          <a:ln>
            <a:solidFill>
              <a:schemeClr val="accent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6" name="Freeform 25">
            <a:extLst>
              <a:ext uri="{FF2B5EF4-FFF2-40B4-BE49-F238E27FC236}">
                <a16:creationId xmlns:a16="http://schemas.microsoft.com/office/drawing/2014/main" id="{CAF18EC0-3F9F-6449-A2B2-A792B70BEA6E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 flipH="1">
            <a:off x="444819" y="597553"/>
            <a:ext cx="6063915" cy="6063915"/>
          </a:xfrm>
          <a:custGeom>
            <a:avLst/>
            <a:gdLst>
              <a:gd name="connsiteX0" fmla="*/ 0 w 6063915"/>
              <a:gd name="connsiteY0" fmla="*/ 0 h 6063915"/>
              <a:gd name="connsiteX1" fmla="*/ 6063915 w 6063915"/>
              <a:gd name="connsiteY1" fmla="*/ 0 h 6063915"/>
              <a:gd name="connsiteX2" fmla="*/ 3031957 w 6063915"/>
              <a:gd name="connsiteY2" fmla="*/ 6063915 h 606391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6063915" h="6063915">
                <a:moveTo>
                  <a:pt x="0" y="0"/>
                </a:moveTo>
                <a:lnTo>
                  <a:pt x="6063915" y="0"/>
                </a:lnTo>
                <a:lnTo>
                  <a:pt x="3031957" y="6063915"/>
                </a:lnTo>
                <a:close/>
              </a:path>
            </a:pathLst>
          </a:custGeom>
          <a:solidFill>
            <a:schemeClr val="accent1"/>
          </a:solidFill>
        </p:spPr>
        <p:txBody>
          <a:bodyPr wrap="square">
            <a:noAutofit/>
          </a:bodyPr>
          <a:lstStyle/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8" name="Title 1">
            <a:extLst>
              <a:ext uri="{FF2B5EF4-FFF2-40B4-BE49-F238E27FC236}">
                <a16:creationId xmlns:a16="http://schemas.microsoft.com/office/drawing/2014/main" id="{68357860-E91C-1745-A5D1-921689BF47AE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6876994" y="1535397"/>
            <a:ext cx="4845068" cy="1858617"/>
          </a:xfrm>
        </p:spPr>
        <p:txBody>
          <a:bodyPr anchor="b">
            <a:normAutofit/>
          </a:bodyPr>
          <a:lstStyle>
            <a:lvl1pPr algn="l">
              <a:defRPr sz="4800" i="0">
                <a:solidFill>
                  <a:schemeClr val="tx1">
                    <a:lumMod val="85000"/>
                    <a:lumOff val="15000"/>
                  </a:schemeClr>
                </a:solidFill>
                <a:latin typeface="+mj-lt"/>
              </a:defRPr>
            </a:lvl1pPr>
          </a:lstStyle>
          <a:p>
            <a:r>
              <a:rPr lang="en-US" dirty="0"/>
              <a:t>Title Goes Here</a:t>
            </a:r>
          </a:p>
        </p:txBody>
      </p:sp>
      <p:sp>
        <p:nvSpPr>
          <p:cNvPr id="29" name="Content Placeholder 2">
            <a:extLst>
              <a:ext uri="{FF2B5EF4-FFF2-40B4-BE49-F238E27FC236}">
                <a16:creationId xmlns:a16="http://schemas.microsoft.com/office/drawing/2014/main" id="{094A3FA1-7F3F-2D41-ABE1-512FA9FC484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876996" y="3401899"/>
            <a:ext cx="4845066" cy="2107095"/>
          </a:xfrm>
        </p:spPr>
        <p:txBody>
          <a:bodyPr/>
          <a:lstStyle>
            <a:lvl1pPr marL="182880" indent="-182880" algn="l">
              <a:buClr>
                <a:srgbClr val="C5AE76"/>
              </a:buClr>
              <a:buFont typeface="Arial" panose="020B0604020202020204" pitchFamily="34" charset="0"/>
              <a:buChar char="•"/>
              <a:defRPr>
                <a:latin typeface="+mj-lt"/>
              </a:defRPr>
            </a:lvl1pPr>
            <a:lvl2pPr marL="384048" indent="-182880" algn="l">
              <a:buClr>
                <a:srgbClr val="C5AE76"/>
              </a:buClr>
              <a:buFont typeface="Arial" panose="020B0604020202020204" pitchFamily="34" charset="0"/>
              <a:buChar char="•"/>
              <a:defRPr>
                <a:latin typeface="+mj-lt"/>
              </a:defRPr>
            </a:lvl2pPr>
            <a:lvl3pPr marL="566928" indent="-182880" algn="l">
              <a:buClr>
                <a:srgbClr val="C5AE76"/>
              </a:buClr>
              <a:buFont typeface="Arial" panose="020B0604020202020204" pitchFamily="34" charset="0"/>
              <a:buChar char="•"/>
              <a:defRPr>
                <a:latin typeface="+mj-lt"/>
              </a:defRPr>
            </a:lvl3pPr>
            <a:lvl4pPr marL="749808" indent="-182880" algn="l">
              <a:buClr>
                <a:srgbClr val="C5AE76"/>
              </a:buClr>
              <a:buFont typeface="Arial" panose="020B0604020202020204" pitchFamily="34" charset="0"/>
              <a:buChar char="•"/>
              <a:defRPr>
                <a:latin typeface="+mj-lt"/>
              </a:defRPr>
            </a:lvl4pPr>
            <a:lvl5pPr marL="932688" indent="-182880" algn="l">
              <a:buClr>
                <a:srgbClr val="C5AE76"/>
              </a:buClr>
              <a:buFont typeface="Arial" panose="020B0604020202020204" pitchFamily="34" charset="0"/>
              <a:buChar char="•"/>
              <a:defRPr>
                <a:latin typeface="+mj-lt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9798578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Narrow Title and Content with Imag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94E9223F-721F-47BF-9FD5-0F8D12FF0DE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9667345-2558-425A-8533-9BFDBCE15005}" type="datetime1">
              <a:rPr lang="en-US" smtClean="0"/>
              <a:t>12/3/2025</a:t>
            </a:fld>
            <a:endParaRPr lang="en-US" dirty="0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05915714-6BBA-4593-8591-4E26F7D58D9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E06F857-D2E1-44DD-ABDD-EBB739645B6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98EE3D-8CD1-4C3F-BD1C-C98C9596463C}" type="slidenum">
              <a:rPr lang="en-US" smtClean="0"/>
              <a:t>‹#›</a:t>
            </a:fld>
            <a:endParaRPr lang="en-US" dirty="0"/>
          </a:p>
        </p:txBody>
      </p:sp>
      <p:sp>
        <p:nvSpPr>
          <p:cNvPr id="5" name="Rectangle 3">
            <a:extLst>
              <a:ext uri="{FF2B5EF4-FFF2-40B4-BE49-F238E27FC236}">
                <a16:creationId xmlns:a16="http://schemas.microsoft.com/office/drawing/2014/main" id="{B4D4881A-F72E-2D4F-BC41-5D2839D87000}"/>
              </a:ext>
            </a:extLst>
          </p:cNvPr>
          <p:cNvSpPr/>
          <p:nvPr userDrawn="1"/>
        </p:nvSpPr>
        <p:spPr>
          <a:xfrm>
            <a:off x="4997302" y="0"/>
            <a:ext cx="7194698" cy="6879265"/>
          </a:xfrm>
          <a:custGeom>
            <a:avLst/>
            <a:gdLst>
              <a:gd name="connsiteX0" fmla="*/ 0 w 5004391"/>
              <a:gd name="connsiteY0" fmla="*/ 0 h 6858000"/>
              <a:gd name="connsiteX1" fmla="*/ 5004391 w 5004391"/>
              <a:gd name="connsiteY1" fmla="*/ 0 h 6858000"/>
              <a:gd name="connsiteX2" fmla="*/ 5004391 w 5004391"/>
              <a:gd name="connsiteY2" fmla="*/ 6858000 h 6858000"/>
              <a:gd name="connsiteX3" fmla="*/ 0 w 5004391"/>
              <a:gd name="connsiteY3" fmla="*/ 6858000 h 6858000"/>
              <a:gd name="connsiteX4" fmla="*/ 0 w 5004391"/>
              <a:gd name="connsiteY4" fmla="*/ 0 h 6858000"/>
              <a:gd name="connsiteX0" fmla="*/ 1424763 w 5004391"/>
              <a:gd name="connsiteY0" fmla="*/ 0 h 6858000"/>
              <a:gd name="connsiteX1" fmla="*/ 5004391 w 5004391"/>
              <a:gd name="connsiteY1" fmla="*/ 0 h 6858000"/>
              <a:gd name="connsiteX2" fmla="*/ 5004391 w 5004391"/>
              <a:gd name="connsiteY2" fmla="*/ 6858000 h 6858000"/>
              <a:gd name="connsiteX3" fmla="*/ 0 w 5004391"/>
              <a:gd name="connsiteY3" fmla="*/ 6858000 h 6858000"/>
              <a:gd name="connsiteX4" fmla="*/ 1424763 w 5004391"/>
              <a:gd name="connsiteY4" fmla="*/ 0 h 6858000"/>
              <a:gd name="connsiteX0" fmla="*/ 1275907 w 5004391"/>
              <a:gd name="connsiteY0" fmla="*/ 21265 h 6858000"/>
              <a:gd name="connsiteX1" fmla="*/ 5004391 w 5004391"/>
              <a:gd name="connsiteY1" fmla="*/ 0 h 6858000"/>
              <a:gd name="connsiteX2" fmla="*/ 5004391 w 5004391"/>
              <a:gd name="connsiteY2" fmla="*/ 6858000 h 6858000"/>
              <a:gd name="connsiteX3" fmla="*/ 0 w 5004391"/>
              <a:gd name="connsiteY3" fmla="*/ 6858000 h 6858000"/>
              <a:gd name="connsiteX4" fmla="*/ 1275907 w 5004391"/>
              <a:gd name="connsiteY4" fmla="*/ 21265 h 6858000"/>
              <a:gd name="connsiteX0" fmla="*/ 3466214 w 7194698"/>
              <a:gd name="connsiteY0" fmla="*/ 21265 h 6879265"/>
              <a:gd name="connsiteX1" fmla="*/ 7194698 w 7194698"/>
              <a:gd name="connsiteY1" fmla="*/ 0 h 6879265"/>
              <a:gd name="connsiteX2" fmla="*/ 7194698 w 7194698"/>
              <a:gd name="connsiteY2" fmla="*/ 6858000 h 6879265"/>
              <a:gd name="connsiteX3" fmla="*/ 0 w 7194698"/>
              <a:gd name="connsiteY3" fmla="*/ 6879265 h 6879265"/>
              <a:gd name="connsiteX4" fmla="*/ 3466214 w 7194698"/>
              <a:gd name="connsiteY4" fmla="*/ 21265 h 687926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7194698" h="6879265">
                <a:moveTo>
                  <a:pt x="3466214" y="21265"/>
                </a:moveTo>
                <a:lnTo>
                  <a:pt x="7194698" y="0"/>
                </a:lnTo>
                <a:lnTo>
                  <a:pt x="7194698" y="6858000"/>
                </a:lnTo>
                <a:lnTo>
                  <a:pt x="0" y="6879265"/>
                </a:lnTo>
                <a:lnTo>
                  <a:pt x="3466214" y="21265"/>
                </a:lnTo>
                <a:close/>
              </a:path>
            </a:pathLst>
          </a:cu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6" name="Triangle 5">
            <a:extLst>
              <a:ext uri="{FF2B5EF4-FFF2-40B4-BE49-F238E27FC236}">
                <a16:creationId xmlns:a16="http://schemas.microsoft.com/office/drawing/2014/main" id="{214CA4B6-21BC-234A-9FAD-E362D7F194C4}"/>
              </a:ext>
            </a:extLst>
          </p:cNvPr>
          <p:cNvSpPr/>
          <p:nvPr userDrawn="1"/>
        </p:nvSpPr>
        <p:spPr>
          <a:xfrm>
            <a:off x="2571311" y="3814571"/>
            <a:ext cx="2960808" cy="2960808"/>
          </a:xfrm>
          <a:prstGeom prst="triangle">
            <a:avLst/>
          </a:prstGeom>
          <a:noFill/>
          <a:ln>
            <a:solidFill>
              <a:schemeClr val="accent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7" name="Triangle 6">
            <a:extLst>
              <a:ext uri="{FF2B5EF4-FFF2-40B4-BE49-F238E27FC236}">
                <a16:creationId xmlns:a16="http://schemas.microsoft.com/office/drawing/2014/main" id="{815F04B4-E3C0-0845-8DEC-98C63E21B466}"/>
              </a:ext>
            </a:extLst>
          </p:cNvPr>
          <p:cNvSpPr/>
          <p:nvPr userDrawn="1"/>
        </p:nvSpPr>
        <p:spPr>
          <a:xfrm rot="10800000">
            <a:off x="2277396" y="3814571"/>
            <a:ext cx="1360968" cy="1360968"/>
          </a:xfrm>
          <a:prstGeom prst="triangle">
            <a:avLst/>
          </a:prstGeom>
          <a:pattFill prst="dkHorz">
            <a:fgClr>
              <a:schemeClr val="accent1"/>
            </a:fgClr>
            <a:bgClr>
              <a:schemeClr val="bg1"/>
            </a:bgClr>
          </a:patt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8" name="Freeform 7">
            <a:extLst>
              <a:ext uri="{FF2B5EF4-FFF2-40B4-BE49-F238E27FC236}">
                <a16:creationId xmlns:a16="http://schemas.microsoft.com/office/drawing/2014/main" id="{6850A90A-EBB3-314C-9D98-A4220E2739EA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 flipH="1">
            <a:off x="2569281" y="330912"/>
            <a:ext cx="6217440" cy="6217440"/>
          </a:xfrm>
          <a:custGeom>
            <a:avLst/>
            <a:gdLst>
              <a:gd name="connsiteX0" fmla="*/ 0 w 6063915"/>
              <a:gd name="connsiteY0" fmla="*/ 0 h 6063915"/>
              <a:gd name="connsiteX1" fmla="*/ 6063915 w 6063915"/>
              <a:gd name="connsiteY1" fmla="*/ 0 h 6063915"/>
              <a:gd name="connsiteX2" fmla="*/ 3031957 w 6063915"/>
              <a:gd name="connsiteY2" fmla="*/ 6063915 h 606391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6063915" h="6063915">
                <a:moveTo>
                  <a:pt x="0" y="0"/>
                </a:moveTo>
                <a:lnTo>
                  <a:pt x="6063915" y="0"/>
                </a:lnTo>
                <a:lnTo>
                  <a:pt x="3031957" y="6063915"/>
                </a:lnTo>
                <a:close/>
              </a:path>
            </a:pathLst>
          </a:custGeom>
          <a:solidFill>
            <a:schemeClr val="accent1"/>
          </a:solidFill>
        </p:spPr>
        <p:txBody>
          <a:bodyPr wrap="square">
            <a:noAutofit/>
          </a:bodyPr>
          <a:lstStyle/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9" name="Title 1">
            <a:extLst>
              <a:ext uri="{FF2B5EF4-FFF2-40B4-BE49-F238E27FC236}">
                <a16:creationId xmlns:a16="http://schemas.microsoft.com/office/drawing/2014/main" id="{D3001923-8460-C64B-A54B-3221B8A6B8C3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7958108" y="1957888"/>
            <a:ext cx="3815484" cy="1858617"/>
          </a:xfrm>
        </p:spPr>
        <p:txBody>
          <a:bodyPr anchor="b">
            <a:normAutofit/>
          </a:bodyPr>
          <a:lstStyle>
            <a:lvl1pPr algn="ctr">
              <a:defRPr sz="4800" i="0">
                <a:solidFill>
                  <a:schemeClr val="bg1"/>
                </a:solidFill>
                <a:latin typeface="+mj-lt"/>
              </a:defRPr>
            </a:lvl1pPr>
          </a:lstStyle>
          <a:p>
            <a:r>
              <a:rPr lang="en-US" dirty="0"/>
              <a:t>Title Goes Here</a:t>
            </a:r>
          </a:p>
        </p:txBody>
      </p:sp>
      <p:sp>
        <p:nvSpPr>
          <p:cNvPr id="10" name="Content Placeholder 2">
            <a:extLst>
              <a:ext uri="{FF2B5EF4-FFF2-40B4-BE49-F238E27FC236}">
                <a16:creationId xmlns:a16="http://schemas.microsoft.com/office/drawing/2014/main" id="{9E64A275-2629-244A-A66F-FC140850C6D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958110" y="3824390"/>
            <a:ext cx="3815482" cy="2107095"/>
          </a:xfrm>
        </p:spPr>
        <p:txBody>
          <a:bodyPr/>
          <a:lstStyle>
            <a:lvl1pPr marL="182880" indent="-182880" algn="ctr">
              <a:buClr>
                <a:srgbClr val="C5AE76"/>
              </a:buClr>
              <a:buFont typeface="Arial" panose="020B0604020202020204" pitchFamily="34" charset="0"/>
              <a:buChar char="•"/>
              <a:defRPr>
                <a:solidFill>
                  <a:schemeClr val="bg1"/>
                </a:solidFill>
                <a:latin typeface="+mj-lt"/>
              </a:defRPr>
            </a:lvl1pPr>
            <a:lvl2pPr marL="384048" indent="-182880" algn="ctr">
              <a:buClr>
                <a:srgbClr val="C5AE76"/>
              </a:buClr>
              <a:buFont typeface="Arial" panose="020B0604020202020204" pitchFamily="34" charset="0"/>
              <a:buChar char="•"/>
              <a:defRPr>
                <a:solidFill>
                  <a:schemeClr val="bg1"/>
                </a:solidFill>
                <a:latin typeface="+mj-lt"/>
              </a:defRPr>
            </a:lvl2pPr>
            <a:lvl3pPr marL="566928" indent="-182880" algn="ctr">
              <a:buClr>
                <a:srgbClr val="C5AE76"/>
              </a:buClr>
              <a:buFont typeface="Arial" panose="020B0604020202020204" pitchFamily="34" charset="0"/>
              <a:buChar char="•"/>
              <a:defRPr>
                <a:solidFill>
                  <a:schemeClr val="bg1"/>
                </a:solidFill>
                <a:latin typeface="+mj-lt"/>
              </a:defRPr>
            </a:lvl3pPr>
            <a:lvl4pPr marL="749808" indent="-182880" algn="ctr">
              <a:buClr>
                <a:srgbClr val="C5AE76"/>
              </a:buClr>
              <a:buFont typeface="Arial" panose="020B0604020202020204" pitchFamily="34" charset="0"/>
              <a:buChar char="•"/>
              <a:defRPr>
                <a:solidFill>
                  <a:schemeClr val="bg1"/>
                </a:solidFill>
                <a:latin typeface="+mj-lt"/>
              </a:defRPr>
            </a:lvl4pPr>
            <a:lvl5pPr marL="932688" indent="-182880" algn="ctr">
              <a:buClr>
                <a:srgbClr val="C5AE76"/>
              </a:buClr>
              <a:buFont typeface="Arial" panose="020B0604020202020204" pitchFamily="34" charset="0"/>
              <a:buChar char="•"/>
              <a:defRPr>
                <a:solidFill>
                  <a:schemeClr val="bg1"/>
                </a:solidFill>
                <a:latin typeface="+mj-lt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12" name="Triangle 11">
            <a:extLst>
              <a:ext uri="{FF2B5EF4-FFF2-40B4-BE49-F238E27FC236}">
                <a16:creationId xmlns:a16="http://schemas.microsoft.com/office/drawing/2014/main" id="{520102B5-5695-C743-B30E-C92897B48D89}"/>
              </a:ext>
            </a:extLst>
          </p:cNvPr>
          <p:cNvSpPr/>
          <p:nvPr userDrawn="1"/>
        </p:nvSpPr>
        <p:spPr>
          <a:xfrm rot="16200000">
            <a:off x="11604063" y="3162897"/>
            <a:ext cx="648200" cy="527675"/>
          </a:xfrm>
          <a:prstGeom prst="triangle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64220144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Title with Narrow Content with Imag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94E9223F-721F-47BF-9FD5-0F8D12FF0DE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9667345-2558-425A-8533-9BFDBCE15005}" type="datetime1">
              <a:rPr lang="en-US" smtClean="0"/>
              <a:t>12/3/2025</a:t>
            </a:fld>
            <a:endParaRPr lang="en-US" dirty="0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05915714-6BBA-4593-8591-4E26F7D58D9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E06F857-D2E1-44DD-ABDD-EBB739645B6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98EE3D-8CD1-4C3F-BD1C-C98C9596463C}" type="slidenum">
              <a:rPr lang="en-US" smtClean="0"/>
              <a:t>‹#›</a:t>
            </a:fld>
            <a:endParaRPr lang="en-US" dirty="0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BB0D84E6-6DEA-1D4E-92C3-A360785A027B}"/>
              </a:ext>
            </a:extLst>
          </p:cNvPr>
          <p:cNvSpPr/>
          <p:nvPr userDrawn="1"/>
        </p:nvSpPr>
        <p:spPr>
          <a:xfrm>
            <a:off x="0" y="1730829"/>
            <a:ext cx="8229600" cy="3477985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6" name="Triangle 5">
            <a:extLst>
              <a:ext uri="{FF2B5EF4-FFF2-40B4-BE49-F238E27FC236}">
                <a16:creationId xmlns:a16="http://schemas.microsoft.com/office/drawing/2014/main" id="{C28500E9-800B-C94A-B6F9-F73D37B2D301}"/>
              </a:ext>
            </a:extLst>
          </p:cNvPr>
          <p:cNvSpPr/>
          <p:nvPr userDrawn="1"/>
        </p:nvSpPr>
        <p:spPr>
          <a:xfrm rot="10800000">
            <a:off x="8749091" y="0"/>
            <a:ext cx="3442907" cy="3112470"/>
          </a:xfrm>
          <a:prstGeom prst="triangle">
            <a:avLst/>
          </a:prstGeom>
          <a:noFill/>
          <a:ln>
            <a:solidFill>
              <a:schemeClr val="accent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7" name="Triangle 6">
            <a:extLst>
              <a:ext uri="{FF2B5EF4-FFF2-40B4-BE49-F238E27FC236}">
                <a16:creationId xmlns:a16="http://schemas.microsoft.com/office/drawing/2014/main" id="{1EAD70A4-7AF0-7E4D-ABBC-34DD61D7B01E}"/>
              </a:ext>
            </a:extLst>
          </p:cNvPr>
          <p:cNvSpPr/>
          <p:nvPr userDrawn="1"/>
        </p:nvSpPr>
        <p:spPr>
          <a:xfrm rot="10800000">
            <a:off x="3727215" y="5551712"/>
            <a:ext cx="1424687" cy="1306288"/>
          </a:xfrm>
          <a:prstGeom prst="triangle">
            <a:avLst/>
          </a:prstGeom>
          <a:pattFill prst="lgGrid">
            <a:fgClr>
              <a:schemeClr val="accent1"/>
            </a:fgClr>
            <a:bgClr>
              <a:schemeClr val="bg1"/>
            </a:bgClr>
          </a:patt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8" name="Title 9">
            <a:extLst>
              <a:ext uri="{FF2B5EF4-FFF2-40B4-BE49-F238E27FC236}">
                <a16:creationId xmlns:a16="http://schemas.microsoft.com/office/drawing/2014/main" id="{14C43A8B-650C-3B4B-9F8C-592CE9F269F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68625" y="2464270"/>
            <a:ext cx="5227376" cy="727700"/>
          </a:xfrm>
        </p:spPr>
        <p:txBody>
          <a:bodyPr anchor="t"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9" name="Text Placeholder 2">
            <a:extLst>
              <a:ext uri="{FF2B5EF4-FFF2-40B4-BE49-F238E27FC236}">
                <a16:creationId xmlns:a16="http://schemas.microsoft.com/office/drawing/2014/main" id="{0345C704-9538-984E-8D14-D6AEC9A4C42E}"/>
              </a:ext>
            </a:extLst>
          </p:cNvPr>
          <p:cNvSpPr>
            <a:spLocks noGrp="1"/>
          </p:cNvSpPr>
          <p:nvPr>
            <p:ph type="body" idx="1" hasCustomPrompt="1"/>
          </p:nvPr>
        </p:nvSpPr>
        <p:spPr>
          <a:xfrm>
            <a:off x="868623" y="3265903"/>
            <a:ext cx="5227377" cy="1642386"/>
          </a:xfrm>
        </p:spPr>
        <p:txBody>
          <a:bodyPr lIns="91440" rIns="91440" anchor="t">
            <a:normAutofit/>
          </a:bodyPr>
          <a:lstStyle>
            <a:lvl1pPr marL="0" indent="0">
              <a:buNone/>
              <a:defRPr sz="2000" b="0" cap="none" baseline="0">
                <a:solidFill>
                  <a:schemeClr val="bg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13" name="Picture Placeholder 11">
            <a:extLst>
              <a:ext uri="{FF2B5EF4-FFF2-40B4-BE49-F238E27FC236}">
                <a16:creationId xmlns:a16="http://schemas.microsoft.com/office/drawing/2014/main" id="{647B5AD0-4AD4-9843-9C08-DEF894490A97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 flipH="1">
            <a:off x="4593262" y="0"/>
            <a:ext cx="7598736" cy="6858000"/>
          </a:xfrm>
          <a:prstGeom prst="triangle">
            <a:avLst/>
          </a:prstGeom>
          <a:solidFill>
            <a:schemeClr val="accent1"/>
          </a:solidFill>
        </p:spPr>
        <p:txBody>
          <a:bodyPr/>
          <a:lstStyle/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14" name="Triangle 13">
            <a:extLst>
              <a:ext uri="{FF2B5EF4-FFF2-40B4-BE49-F238E27FC236}">
                <a16:creationId xmlns:a16="http://schemas.microsoft.com/office/drawing/2014/main" id="{8795BE2D-99B1-FE49-84B1-C41E44A8AC0B}"/>
              </a:ext>
            </a:extLst>
          </p:cNvPr>
          <p:cNvSpPr/>
          <p:nvPr userDrawn="1"/>
        </p:nvSpPr>
        <p:spPr>
          <a:xfrm rot="5400000">
            <a:off x="-48606" y="2524533"/>
            <a:ext cx="648200" cy="527675"/>
          </a:xfrm>
          <a:prstGeom prst="triangle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ctr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403155781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Quote with Image and Author Nam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Freeform 9">
            <a:extLst>
              <a:ext uri="{FF2B5EF4-FFF2-40B4-BE49-F238E27FC236}">
                <a16:creationId xmlns:a16="http://schemas.microsoft.com/office/drawing/2014/main" id="{34F14FD9-9995-BE48-8C0E-B1454B9F231E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4576012" y="0"/>
            <a:ext cx="7598735" cy="6858000"/>
          </a:xfrm>
          <a:custGeom>
            <a:avLst/>
            <a:gdLst>
              <a:gd name="connsiteX0" fmla="*/ 0 w 7598735"/>
              <a:gd name="connsiteY0" fmla="*/ 0 h 6858000"/>
              <a:gd name="connsiteX1" fmla="*/ 7598735 w 7598735"/>
              <a:gd name="connsiteY1" fmla="*/ 0 h 6858000"/>
              <a:gd name="connsiteX2" fmla="*/ 7598735 w 7598735"/>
              <a:gd name="connsiteY2" fmla="*/ 6858000 h 6858000"/>
              <a:gd name="connsiteX3" fmla="*/ 0 w 7598735"/>
              <a:gd name="connsiteY3" fmla="*/ 6858000 h 6858000"/>
              <a:gd name="connsiteX4" fmla="*/ 0 w 7598735"/>
              <a:gd name="connsiteY4" fmla="*/ 6378840 h 6858000"/>
              <a:gd name="connsiteX5" fmla="*/ 140333 w 7598735"/>
              <a:gd name="connsiteY5" fmla="*/ 6379536 h 6858000"/>
              <a:gd name="connsiteX6" fmla="*/ 3074919 w 7598735"/>
              <a:gd name="connsiteY6" fmla="*/ 489098 h 6858000"/>
              <a:gd name="connsiteX7" fmla="*/ 0 w 7598735"/>
              <a:gd name="connsiteY7" fmla="*/ 480044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7598735" h="6858000">
                <a:moveTo>
                  <a:pt x="0" y="0"/>
                </a:moveTo>
                <a:lnTo>
                  <a:pt x="7598735" y="0"/>
                </a:lnTo>
                <a:lnTo>
                  <a:pt x="7598735" y="6858000"/>
                </a:lnTo>
                <a:lnTo>
                  <a:pt x="0" y="6858000"/>
                </a:lnTo>
                <a:lnTo>
                  <a:pt x="0" y="6378840"/>
                </a:lnTo>
                <a:lnTo>
                  <a:pt x="140333" y="6379536"/>
                </a:lnTo>
                <a:lnTo>
                  <a:pt x="3074919" y="489098"/>
                </a:lnTo>
                <a:lnTo>
                  <a:pt x="0" y="480044"/>
                </a:lnTo>
                <a:close/>
              </a:path>
            </a:pathLst>
          </a:custGeom>
          <a:solidFill>
            <a:schemeClr val="accent1"/>
          </a:solidFill>
        </p:spPr>
        <p:txBody>
          <a:bodyPr wrap="square">
            <a:noAutofit/>
          </a:bodyPr>
          <a:lstStyle/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15" name="Freeform 14">
            <a:extLst>
              <a:ext uri="{FF2B5EF4-FFF2-40B4-BE49-F238E27FC236}">
                <a16:creationId xmlns:a16="http://schemas.microsoft.com/office/drawing/2014/main" id="{BFAE6FFB-F37C-7040-87B6-654B2F44CE7A}"/>
              </a:ext>
            </a:extLst>
          </p:cNvPr>
          <p:cNvSpPr/>
          <p:nvPr userDrawn="1"/>
        </p:nvSpPr>
        <p:spPr>
          <a:xfrm>
            <a:off x="413825" y="463261"/>
            <a:ext cx="7347125" cy="5911703"/>
          </a:xfrm>
          <a:custGeom>
            <a:avLst/>
            <a:gdLst>
              <a:gd name="connsiteX0" fmla="*/ 125507 w 7347125"/>
              <a:gd name="connsiteY0" fmla="*/ 0 h 5911703"/>
              <a:gd name="connsiteX1" fmla="*/ 7347125 w 7347125"/>
              <a:gd name="connsiteY1" fmla="*/ 21265 h 5911703"/>
              <a:gd name="connsiteX2" fmla="*/ 4412539 w 7347125"/>
              <a:gd name="connsiteY2" fmla="*/ 5911703 h 5911703"/>
              <a:gd name="connsiteX3" fmla="*/ 1007798 w 7347125"/>
              <a:gd name="connsiteY3" fmla="*/ 5894815 h 5911703"/>
              <a:gd name="connsiteX4" fmla="*/ 1007798 w 7347125"/>
              <a:gd name="connsiteY4" fmla="*/ 5901070 h 5911703"/>
              <a:gd name="connsiteX5" fmla="*/ 0 w 7347125"/>
              <a:gd name="connsiteY5" fmla="*/ 5901070 h 5911703"/>
              <a:gd name="connsiteX6" fmla="*/ 0 w 7347125"/>
              <a:gd name="connsiteY6" fmla="*/ 10632 h 5911703"/>
              <a:gd name="connsiteX7" fmla="*/ 125507 w 7347125"/>
              <a:gd name="connsiteY7" fmla="*/ 10632 h 591170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7347125" h="5911703">
                <a:moveTo>
                  <a:pt x="125507" y="0"/>
                </a:moveTo>
                <a:lnTo>
                  <a:pt x="7347125" y="21265"/>
                </a:lnTo>
                <a:lnTo>
                  <a:pt x="4412539" y="5911703"/>
                </a:lnTo>
                <a:lnTo>
                  <a:pt x="1007798" y="5894815"/>
                </a:lnTo>
                <a:lnTo>
                  <a:pt x="1007798" y="5901070"/>
                </a:lnTo>
                <a:lnTo>
                  <a:pt x="0" y="5901070"/>
                </a:lnTo>
                <a:lnTo>
                  <a:pt x="0" y="10632"/>
                </a:lnTo>
                <a:lnTo>
                  <a:pt x="125507" y="10632"/>
                </a:lnTo>
                <a:close/>
              </a:path>
            </a:pathLst>
          </a:cu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94E9223F-721F-47BF-9FD5-0F8D12FF0DE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9667345-2558-425A-8533-9BFDBCE15005}" type="datetime1">
              <a:rPr lang="en-US" smtClean="0"/>
              <a:t>12/3/2025</a:t>
            </a:fld>
            <a:endParaRPr lang="en-US" dirty="0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05915714-6BBA-4593-8591-4E26F7D58D9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E06F857-D2E1-44DD-ABDD-EBB739645B6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98EE3D-8CD1-4C3F-BD1C-C98C9596463C}" type="slidenum">
              <a:rPr lang="en-US" smtClean="0"/>
              <a:t>‹#›</a:t>
            </a:fld>
            <a:endParaRPr lang="en-US" dirty="0"/>
          </a:p>
        </p:txBody>
      </p:sp>
      <p:sp>
        <p:nvSpPr>
          <p:cNvPr id="12" name="Title 1">
            <a:extLst>
              <a:ext uri="{FF2B5EF4-FFF2-40B4-BE49-F238E27FC236}">
                <a16:creationId xmlns:a16="http://schemas.microsoft.com/office/drawing/2014/main" id="{48AB73D1-1AA1-4E44-A7DA-8C00D8E109E3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941501" y="1609159"/>
            <a:ext cx="4253334" cy="3639682"/>
          </a:xfrm>
        </p:spPr>
        <p:txBody>
          <a:bodyPr anchor="t">
            <a:normAutofit/>
          </a:bodyPr>
          <a:lstStyle>
            <a:lvl1pPr algn="l">
              <a:defRPr sz="3800"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Quote Goes Here</a:t>
            </a:r>
          </a:p>
        </p:txBody>
      </p:sp>
      <p:sp>
        <p:nvSpPr>
          <p:cNvPr id="13" name="Triangle 12">
            <a:extLst>
              <a:ext uri="{FF2B5EF4-FFF2-40B4-BE49-F238E27FC236}">
                <a16:creationId xmlns:a16="http://schemas.microsoft.com/office/drawing/2014/main" id="{611FC0D0-E6E4-7645-B0C7-97FB2012039D}"/>
              </a:ext>
            </a:extLst>
          </p:cNvPr>
          <p:cNvSpPr/>
          <p:nvPr userDrawn="1"/>
        </p:nvSpPr>
        <p:spPr>
          <a:xfrm rot="5400000">
            <a:off x="-48606" y="1669422"/>
            <a:ext cx="648200" cy="527675"/>
          </a:xfrm>
          <a:prstGeom prst="triangle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911924955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Title Only Le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E06F857-D2E1-44DD-ABDD-EBB739645B6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98EE3D-8CD1-4C3F-BD1C-C98C9596463C}" type="slidenum">
              <a:rPr lang="en-US" smtClean="0"/>
              <a:t>‹#›</a:t>
            </a:fld>
            <a:endParaRPr lang="en-US" dirty="0"/>
          </a:p>
        </p:txBody>
      </p:sp>
      <p:grpSp>
        <p:nvGrpSpPr>
          <p:cNvPr id="13" name="Group 12">
            <a:extLst>
              <a:ext uri="{FF2B5EF4-FFF2-40B4-BE49-F238E27FC236}">
                <a16:creationId xmlns:a16="http://schemas.microsoft.com/office/drawing/2014/main" id="{C3F11B56-403C-AA43-BA54-5CD9A60BDDC5}"/>
              </a:ext>
            </a:extLst>
          </p:cNvPr>
          <p:cNvGrpSpPr/>
          <p:nvPr userDrawn="1"/>
        </p:nvGrpSpPr>
        <p:grpSpPr>
          <a:xfrm>
            <a:off x="0" y="-4353"/>
            <a:ext cx="6884691" cy="6862353"/>
            <a:chOff x="0" y="-4353"/>
            <a:chExt cx="6884691" cy="6862353"/>
          </a:xfrm>
        </p:grpSpPr>
        <p:sp>
          <p:nvSpPr>
            <p:cNvPr id="5" name="Freeform 4">
              <a:extLst>
                <a:ext uri="{FF2B5EF4-FFF2-40B4-BE49-F238E27FC236}">
                  <a16:creationId xmlns:a16="http://schemas.microsoft.com/office/drawing/2014/main" id="{D8BAD61D-F455-9240-A0C6-DE4F40E47C29}"/>
                </a:ext>
              </a:extLst>
            </p:cNvPr>
            <p:cNvSpPr/>
            <p:nvPr userDrawn="1"/>
          </p:nvSpPr>
          <p:spPr>
            <a:xfrm>
              <a:off x="0" y="-4353"/>
              <a:ext cx="6884691" cy="6862353"/>
            </a:xfrm>
            <a:custGeom>
              <a:avLst/>
              <a:gdLst>
                <a:gd name="connsiteX0" fmla="*/ 0 w 6838726"/>
                <a:gd name="connsiteY0" fmla="*/ 0 h 6853468"/>
                <a:gd name="connsiteX1" fmla="*/ 6838726 w 6838726"/>
                <a:gd name="connsiteY1" fmla="*/ 20138 h 6853468"/>
                <a:gd name="connsiteX2" fmla="*/ 3434396 w 6838726"/>
                <a:gd name="connsiteY2" fmla="*/ 6853468 h 6853468"/>
                <a:gd name="connsiteX3" fmla="*/ 0 w 6838726"/>
                <a:gd name="connsiteY3" fmla="*/ 6836433 h 6853468"/>
                <a:gd name="connsiteX4" fmla="*/ 0 w 6838726"/>
                <a:gd name="connsiteY4" fmla="*/ 0 h 6853468"/>
                <a:gd name="connsiteX0" fmla="*/ 15156 w 6853882"/>
                <a:gd name="connsiteY0" fmla="*/ 0 h 6861693"/>
                <a:gd name="connsiteX1" fmla="*/ 6853882 w 6853882"/>
                <a:gd name="connsiteY1" fmla="*/ 20138 h 6861693"/>
                <a:gd name="connsiteX2" fmla="*/ 3449552 w 6853882"/>
                <a:gd name="connsiteY2" fmla="*/ 6853468 h 6861693"/>
                <a:gd name="connsiteX3" fmla="*/ 0 w 6853882"/>
                <a:gd name="connsiteY3" fmla="*/ 6861693 h 6861693"/>
                <a:gd name="connsiteX4" fmla="*/ 15156 w 6853882"/>
                <a:gd name="connsiteY4" fmla="*/ 0 h 6861693"/>
                <a:gd name="connsiteX0" fmla="*/ 15156 w 6853882"/>
                <a:gd name="connsiteY0" fmla="*/ 0 h 6863572"/>
                <a:gd name="connsiteX1" fmla="*/ 6853882 w 6853882"/>
                <a:gd name="connsiteY1" fmla="*/ 20138 h 6863572"/>
                <a:gd name="connsiteX2" fmla="*/ 3444500 w 6853882"/>
                <a:gd name="connsiteY2" fmla="*/ 6863572 h 6863572"/>
                <a:gd name="connsiteX3" fmla="*/ 0 w 6853882"/>
                <a:gd name="connsiteY3" fmla="*/ 6861693 h 6863572"/>
                <a:gd name="connsiteX4" fmla="*/ 15156 w 6853882"/>
                <a:gd name="connsiteY4" fmla="*/ 0 h 6863572"/>
                <a:gd name="connsiteX0" fmla="*/ 0 w 6866861"/>
                <a:gd name="connsiteY0" fmla="*/ 0 h 6856528"/>
                <a:gd name="connsiteX1" fmla="*/ 6866861 w 6866861"/>
                <a:gd name="connsiteY1" fmla="*/ 13094 h 6856528"/>
                <a:gd name="connsiteX2" fmla="*/ 3457479 w 6866861"/>
                <a:gd name="connsiteY2" fmla="*/ 6856528 h 6856528"/>
                <a:gd name="connsiteX3" fmla="*/ 12979 w 6866861"/>
                <a:gd name="connsiteY3" fmla="*/ 6854649 h 6856528"/>
                <a:gd name="connsiteX4" fmla="*/ 0 w 6866861"/>
                <a:gd name="connsiteY4" fmla="*/ 0 h 6856528"/>
                <a:gd name="connsiteX0" fmla="*/ 0 w 6893137"/>
                <a:gd name="connsiteY0" fmla="*/ 7922 h 6864450"/>
                <a:gd name="connsiteX1" fmla="*/ 6893137 w 6893137"/>
                <a:gd name="connsiteY1" fmla="*/ 0 h 6864450"/>
                <a:gd name="connsiteX2" fmla="*/ 3457479 w 6893137"/>
                <a:gd name="connsiteY2" fmla="*/ 6864450 h 6864450"/>
                <a:gd name="connsiteX3" fmla="*/ 12979 w 6893137"/>
                <a:gd name="connsiteY3" fmla="*/ 6862571 h 6864450"/>
                <a:gd name="connsiteX4" fmla="*/ 0 w 6893137"/>
                <a:gd name="connsiteY4" fmla="*/ 7922 h 6864450"/>
                <a:gd name="connsiteX0" fmla="*/ 0 w 6897755"/>
                <a:gd name="connsiteY0" fmla="*/ 0 h 6870380"/>
                <a:gd name="connsiteX1" fmla="*/ 6897755 w 6897755"/>
                <a:gd name="connsiteY1" fmla="*/ 5930 h 6870380"/>
                <a:gd name="connsiteX2" fmla="*/ 3462097 w 6897755"/>
                <a:gd name="connsiteY2" fmla="*/ 6870380 h 6870380"/>
                <a:gd name="connsiteX3" fmla="*/ 17597 w 6897755"/>
                <a:gd name="connsiteY3" fmla="*/ 6868501 h 6870380"/>
                <a:gd name="connsiteX4" fmla="*/ 0 w 6897755"/>
                <a:gd name="connsiteY4" fmla="*/ 0 h 6870380"/>
                <a:gd name="connsiteX0" fmla="*/ 9234 w 6880863"/>
                <a:gd name="connsiteY0" fmla="*/ 0 h 6866017"/>
                <a:gd name="connsiteX1" fmla="*/ 6880863 w 6880863"/>
                <a:gd name="connsiteY1" fmla="*/ 1567 h 6866017"/>
                <a:gd name="connsiteX2" fmla="*/ 3445205 w 6880863"/>
                <a:gd name="connsiteY2" fmla="*/ 6866017 h 6866017"/>
                <a:gd name="connsiteX3" fmla="*/ 705 w 6880863"/>
                <a:gd name="connsiteY3" fmla="*/ 6864138 h 6866017"/>
                <a:gd name="connsiteX4" fmla="*/ 9234 w 6880863"/>
                <a:gd name="connsiteY4" fmla="*/ 0 h 6866017"/>
                <a:gd name="connsiteX0" fmla="*/ 0 w 6884692"/>
                <a:gd name="connsiteY0" fmla="*/ 0 h 6883465"/>
                <a:gd name="connsiteX1" fmla="*/ 6884692 w 6884692"/>
                <a:gd name="connsiteY1" fmla="*/ 19015 h 6883465"/>
                <a:gd name="connsiteX2" fmla="*/ 3449034 w 6884692"/>
                <a:gd name="connsiteY2" fmla="*/ 6883465 h 6883465"/>
                <a:gd name="connsiteX3" fmla="*/ 4534 w 6884692"/>
                <a:gd name="connsiteY3" fmla="*/ 6881586 h 6883465"/>
                <a:gd name="connsiteX4" fmla="*/ 0 w 6884692"/>
                <a:gd name="connsiteY4" fmla="*/ 0 h 6883465"/>
                <a:gd name="connsiteX0" fmla="*/ 9234 w 6880863"/>
                <a:gd name="connsiteY0" fmla="*/ 0 h 6879102"/>
                <a:gd name="connsiteX1" fmla="*/ 6880863 w 6880863"/>
                <a:gd name="connsiteY1" fmla="*/ 14652 h 6879102"/>
                <a:gd name="connsiteX2" fmla="*/ 3445205 w 6880863"/>
                <a:gd name="connsiteY2" fmla="*/ 6879102 h 6879102"/>
                <a:gd name="connsiteX3" fmla="*/ 705 w 6880863"/>
                <a:gd name="connsiteY3" fmla="*/ 6877223 h 6879102"/>
                <a:gd name="connsiteX4" fmla="*/ 9234 w 6880863"/>
                <a:gd name="connsiteY4" fmla="*/ 0 h 6879102"/>
                <a:gd name="connsiteX0" fmla="*/ 0 w 6884691"/>
                <a:gd name="connsiteY0" fmla="*/ 0 h 6874740"/>
                <a:gd name="connsiteX1" fmla="*/ 6884691 w 6884691"/>
                <a:gd name="connsiteY1" fmla="*/ 10290 h 6874740"/>
                <a:gd name="connsiteX2" fmla="*/ 3449033 w 6884691"/>
                <a:gd name="connsiteY2" fmla="*/ 6874740 h 6874740"/>
                <a:gd name="connsiteX3" fmla="*/ 4533 w 6884691"/>
                <a:gd name="connsiteY3" fmla="*/ 6872861 h 6874740"/>
                <a:gd name="connsiteX4" fmla="*/ 0 w 6884691"/>
                <a:gd name="connsiteY4" fmla="*/ 0 h 687474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884691" h="6874740">
                  <a:moveTo>
                    <a:pt x="0" y="0"/>
                  </a:moveTo>
                  <a:lnTo>
                    <a:pt x="6884691" y="10290"/>
                  </a:lnTo>
                  <a:lnTo>
                    <a:pt x="3449033" y="6874740"/>
                  </a:lnTo>
                  <a:lnTo>
                    <a:pt x="4533" y="6872861"/>
                  </a:lnTo>
                  <a:cubicBezTo>
                    <a:pt x="207" y="4587978"/>
                    <a:pt x="4326" y="2284883"/>
                    <a:pt x="0" y="0"/>
                  </a:cubicBezTo>
                  <a:close/>
                </a:path>
              </a:pathLst>
            </a:cu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7" name="Triangle 6">
              <a:extLst>
                <a:ext uri="{FF2B5EF4-FFF2-40B4-BE49-F238E27FC236}">
                  <a16:creationId xmlns:a16="http://schemas.microsoft.com/office/drawing/2014/main" id="{75004ACB-4E38-6449-B733-0C6A6BC40ADD}"/>
                </a:ext>
              </a:extLst>
            </p:cNvPr>
            <p:cNvSpPr/>
            <p:nvPr userDrawn="1"/>
          </p:nvSpPr>
          <p:spPr>
            <a:xfrm>
              <a:off x="3641197" y="5941716"/>
              <a:ext cx="911753" cy="911753"/>
            </a:xfrm>
            <a:prstGeom prst="triangle">
              <a:avLst/>
            </a:prstGeom>
            <a:noFill/>
            <a:ln>
              <a:solidFill>
                <a:schemeClr val="accent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8" name="Triangle 7">
              <a:extLst>
                <a:ext uri="{FF2B5EF4-FFF2-40B4-BE49-F238E27FC236}">
                  <a16:creationId xmlns:a16="http://schemas.microsoft.com/office/drawing/2014/main" id="{6A52034F-1EDC-3040-A1B3-B572FC286C20}"/>
                </a:ext>
              </a:extLst>
            </p:cNvPr>
            <p:cNvSpPr/>
            <p:nvPr userDrawn="1"/>
          </p:nvSpPr>
          <p:spPr>
            <a:xfrm rot="10800000">
              <a:off x="4944403" y="174432"/>
              <a:ext cx="1590022" cy="1590022"/>
            </a:xfrm>
            <a:prstGeom prst="triangle">
              <a:avLst/>
            </a:prstGeom>
            <a:noFill/>
            <a:ln>
              <a:solidFill>
                <a:schemeClr val="accent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</p:grpSp>
      <p:sp>
        <p:nvSpPr>
          <p:cNvPr id="10" name="Title 1">
            <a:extLst>
              <a:ext uri="{FF2B5EF4-FFF2-40B4-BE49-F238E27FC236}">
                <a16:creationId xmlns:a16="http://schemas.microsoft.com/office/drawing/2014/main" id="{1877EC85-9CA1-EB4F-A9AC-2C02CB520866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50988" y="1954400"/>
            <a:ext cx="4393415" cy="3002359"/>
          </a:xfrm>
        </p:spPr>
        <p:txBody>
          <a:bodyPr anchor="ctr"/>
          <a:lstStyle>
            <a:lvl1pPr algn="ctr">
              <a:defRPr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Title Goes Here</a:t>
            </a:r>
          </a:p>
        </p:txBody>
      </p:sp>
      <p:sp>
        <p:nvSpPr>
          <p:cNvPr id="12" name="Triangle 11">
            <a:extLst>
              <a:ext uri="{FF2B5EF4-FFF2-40B4-BE49-F238E27FC236}">
                <a16:creationId xmlns:a16="http://schemas.microsoft.com/office/drawing/2014/main" id="{FD910B80-BD19-CF49-AB0B-1C5DEECEDED5}"/>
              </a:ext>
            </a:extLst>
          </p:cNvPr>
          <p:cNvSpPr/>
          <p:nvPr userDrawn="1"/>
        </p:nvSpPr>
        <p:spPr>
          <a:xfrm rot="5400000">
            <a:off x="-48606" y="3165163"/>
            <a:ext cx="648200" cy="527675"/>
          </a:xfrm>
          <a:prstGeom prst="triangle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775032844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Title Only Righ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1" name="Group 10">
            <a:extLst>
              <a:ext uri="{FF2B5EF4-FFF2-40B4-BE49-F238E27FC236}">
                <a16:creationId xmlns:a16="http://schemas.microsoft.com/office/drawing/2014/main" id="{C15DFD37-81D5-5742-B09A-5D4CBF48B7EA}"/>
              </a:ext>
            </a:extLst>
          </p:cNvPr>
          <p:cNvGrpSpPr/>
          <p:nvPr userDrawn="1"/>
        </p:nvGrpSpPr>
        <p:grpSpPr>
          <a:xfrm rot="10800000">
            <a:off x="5294245" y="0"/>
            <a:ext cx="6897755" cy="6858000"/>
            <a:chOff x="-17598" y="0"/>
            <a:chExt cx="6897755" cy="6858000"/>
          </a:xfrm>
        </p:grpSpPr>
        <p:sp>
          <p:nvSpPr>
            <p:cNvPr id="12" name="Freeform 11">
              <a:extLst>
                <a:ext uri="{FF2B5EF4-FFF2-40B4-BE49-F238E27FC236}">
                  <a16:creationId xmlns:a16="http://schemas.microsoft.com/office/drawing/2014/main" id="{00CF4E43-4A68-664C-B973-2FE49DC7733D}"/>
                </a:ext>
              </a:extLst>
            </p:cNvPr>
            <p:cNvSpPr/>
            <p:nvPr userDrawn="1"/>
          </p:nvSpPr>
          <p:spPr>
            <a:xfrm>
              <a:off x="-17598" y="0"/>
              <a:ext cx="6897755" cy="6858000"/>
            </a:xfrm>
            <a:custGeom>
              <a:avLst/>
              <a:gdLst>
                <a:gd name="connsiteX0" fmla="*/ 0 w 6838726"/>
                <a:gd name="connsiteY0" fmla="*/ 0 h 6853468"/>
                <a:gd name="connsiteX1" fmla="*/ 6838726 w 6838726"/>
                <a:gd name="connsiteY1" fmla="*/ 20138 h 6853468"/>
                <a:gd name="connsiteX2" fmla="*/ 3434396 w 6838726"/>
                <a:gd name="connsiteY2" fmla="*/ 6853468 h 6853468"/>
                <a:gd name="connsiteX3" fmla="*/ 0 w 6838726"/>
                <a:gd name="connsiteY3" fmla="*/ 6836433 h 6853468"/>
                <a:gd name="connsiteX4" fmla="*/ 0 w 6838726"/>
                <a:gd name="connsiteY4" fmla="*/ 0 h 6853468"/>
                <a:gd name="connsiteX0" fmla="*/ 15156 w 6853882"/>
                <a:gd name="connsiteY0" fmla="*/ 0 h 6861693"/>
                <a:gd name="connsiteX1" fmla="*/ 6853882 w 6853882"/>
                <a:gd name="connsiteY1" fmla="*/ 20138 h 6861693"/>
                <a:gd name="connsiteX2" fmla="*/ 3449552 w 6853882"/>
                <a:gd name="connsiteY2" fmla="*/ 6853468 h 6861693"/>
                <a:gd name="connsiteX3" fmla="*/ 0 w 6853882"/>
                <a:gd name="connsiteY3" fmla="*/ 6861693 h 6861693"/>
                <a:gd name="connsiteX4" fmla="*/ 15156 w 6853882"/>
                <a:gd name="connsiteY4" fmla="*/ 0 h 6861693"/>
                <a:gd name="connsiteX0" fmla="*/ 15156 w 6853882"/>
                <a:gd name="connsiteY0" fmla="*/ 0 h 6863572"/>
                <a:gd name="connsiteX1" fmla="*/ 6853882 w 6853882"/>
                <a:gd name="connsiteY1" fmla="*/ 20138 h 6863572"/>
                <a:gd name="connsiteX2" fmla="*/ 3444500 w 6853882"/>
                <a:gd name="connsiteY2" fmla="*/ 6863572 h 6863572"/>
                <a:gd name="connsiteX3" fmla="*/ 0 w 6853882"/>
                <a:gd name="connsiteY3" fmla="*/ 6861693 h 6863572"/>
                <a:gd name="connsiteX4" fmla="*/ 15156 w 6853882"/>
                <a:gd name="connsiteY4" fmla="*/ 0 h 6863572"/>
                <a:gd name="connsiteX0" fmla="*/ 0 w 6866861"/>
                <a:gd name="connsiteY0" fmla="*/ 0 h 6856528"/>
                <a:gd name="connsiteX1" fmla="*/ 6866861 w 6866861"/>
                <a:gd name="connsiteY1" fmla="*/ 13094 h 6856528"/>
                <a:gd name="connsiteX2" fmla="*/ 3457479 w 6866861"/>
                <a:gd name="connsiteY2" fmla="*/ 6856528 h 6856528"/>
                <a:gd name="connsiteX3" fmla="*/ 12979 w 6866861"/>
                <a:gd name="connsiteY3" fmla="*/ 6854649 h 6856528"/>
                <a:gd name="connsiteX4" fmla="*/ 0 w 6866861"/>
                <a:gd name="connsiteY4" fmla="*/ 0 h 6856528"/>
                <a:gd name="connsiteX0" fmla="*/ 0 w 6893137"/>
                <a:gd name="connsiteY0" fmla="*/ 7922 h 6864450"/>
                <a:gd name="connsiteX1" fmla="*/ 6893137 w 6893137"/>
                <a:gd name="connsiteY1" fmla="*/ 0 h 6864450"/>
                <a:gd name="connsiteX2" fmla="*/ 3457479 w 6893137"/>
                <a:gd name="connsiteY2" fmla="*/ 6864450 h 6864450"/>
                <a:gd name="connsiteX3" fmla="*/ 12979 w 6893137"/>
                <a:gd name="connsiteY3" fmla="*/ 6862571 h 6864450"/>
                <a:gd name="connsiteX4" fmla="*/ 0 w 6893137"/>
                <a:gd name="connsiteY4" fmla="*/ 7922 h 6864450"/>
                <a:gd name="connsiteX0" fmla="*/ 0 w 6897755"/>
                <a:gd name="connsiteY0" fmla="*/ 0 h 6870380"/>
                <a:gd name="connsiteX1" fmla="*/ 6897755 w 6897755"/>
                <a:gd name="connsiteY1" fmla="*/ 5930 h 6870380"/>
                <a:gd name="connsiteX2" fmla="*/ 3462097 w 6897755"/>
                <a:gd name="connsiteY2" fmla="*/ 6870380 h 6870380"/>
                <a:gd name="connsiteX3" fmla="*/ 17597 w 6897755"/>
                <a:gd name="connsiteY3" fmla="*/ 6868501 h 6870380"/>
                <a:gd name="connsiteX4" fmla="*/ 0 w 6897755"/>
                <a:gd name="connsiteY4" fmla="*/ 0 h 687038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897755" h="6870380">
                  <a:moveTo>
                    <a:pt x="0" y="0"/>
                  </a:moveTo>
                  <a:lnTo>
                    <a:pt x="6897755" y="5930"/>
                  </a:lnTo>
                  <a:lnTo>
                    <a:pt x="3462097" y="6870380"/>
                  </a:lnTo>
                  <a:lnTo>
                    <a:pt x="17597" y="6868501"/>
                  </a:lnTo>
                  <a:cubicBezTo>
                    <a:pt x="13271" y="4583618"/>
                    <a:pt x="4326" y="2284883"/>
                    <a:pt x="0" y="0"/>
                  </a:cubicBezTo>
                  <a:close/>
                </a:path>
              </a:pathLst>
            </a:cu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13" name="Triangle 12">
              <a:extLst>
                <a:ext uri="{FF2B5EF4-FFF2-40B4-BE49-F238E27FC236}">
                  <a16:creationId xmlns:a16="http://schemas.microsoft.com/office/drawing/2014/main" id="{AFAD3D76-9126-CC42-90B0-5BF85DC91E3E}"/>
                </a:ext>
              </a:extLst>
            </p:cNvPr>
            <p:cNvSpPr/>
            <p:nvPr userDrawn="1"/>
          </p:nvSpPr>
          <p:spPr>
            <a:xfrm>
              <a:off x="3641197" y="5941716"/>
              <a:ext cx="911753" cy="911753"/>
            </a:xfrm>
            <a:prstGeom prst="triangle">
              <a:avLst/>
            </a:prstGeom>
            <a:noFill/>
            <a:ln>
              <a:solidFill>
                <a:schemeClr val="accent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14" name="Triangle 13">
              <a:extLst>
                <a:ext uri="{FF2B5EF4-FFF2-40B4-BE49-F238E27FC236}">
                  <a16:creationId xmlns:a16="http://schemas.microsoft.com/office/drawing/2014/main" id="{9D011AB3-8218-AE4F-9DF7-810A1B45C453}"/>
                </a:ext>
              </a:extLst>
            </p:cNvPr>
            <p:cNvSpPr/>
            <p:nvPr userDrawn="1"/>
          </p:nvSpPr>
          <p:spPr>
            <a:xfrm rot="10800000">
              <a:off x="4944403" y="174432"/>
              <a:ext cx="1590022" cy="1590022"/>
            </a:xfrm>
            <a:prstGeom prst="triangle">
              <a:avLst/>
            </a:prstGeom>
            <a:noFill/>
            <a:ln>
              <a:solidFill>
                <a:schemeClr val="accent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</p:grp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E06F857-D2E1-44DD-ABDD-EBB739645B6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993582" y="6446838"/>
            <a:ext cx="780010" cy="365125"/>
          </a:xfrm>
        </p:spPr>
        <p:txBody>
          <a:bodyPr/>
          <a:lstStyle/>
          <a:p>
            <a:fld id="{3A98EE3D-8CD1-4C3F-BD1C-C98C9596463C}" type="slidenum">
              <a:rPr lang="en-US" smtClean="0"/>
              <a:t>‹#›</a:t>
            </a:fld>
            <a:endParaRPr lang="en-US" dirty="0"/>
          </a:p>
        </p:txBody>
      </p:sp>
      <p:sp>
        <p:nvSpPr>
          <p:cNvPr id="10" name="Title 1">
            <a:extLst>
              <a:ext uri="{FF2B5EF4-FFF2-40B4-BE49-F238E27FC236}">
                <a16:creationId xmlns:a16="http://schemas.microsoft.com/office/drawing/2014/main" id="{1877EC85-9CA1-EB4F-A9AC-2C02CB520866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7775272" y="1954400"/>
            <a:ext cx="3889053" cy="3002359"/>
          </a:xfrm>
        </p:spPr>
        <p:txBody>
          <a:bodyPr anchor="ctr"/>
          <a:lstStyle>
            <a:lvl1pPr algn="ctr">
              <a:defRPr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Title Goes Here</a:t>
            </a:r>
          </a:p>
        </p:txBody>
      </p:sp>
      <p:sp>
        <p:nvSpPr>
          <p:cNvPr id="9" name="Triangle 8">
            <a:extLst>
              <a:ext uri="{FF2B5EF4-FFF2-40B4-BE49-F238E27FC236}">
                <a16:creationId xmlns:a16="http://schemas.microsoft.com/office/drawing/2014/main" id="{D84320FE-42A3-294B-AAE0-3D16A63E3599}"/>
              </a:ext>
            </a:extLst>
          </p:cNvPr>
          <p:cNvSpPr/>
          <p:nvPr userDrawn="1"/>
        </p:nvSpPr>
        <p:spPr>
          <a:xfrm rot="16200000">
            <a:off x="11604063" y="3162897"/>
            <a:ext cx="648200" cy="527675"/>
          </a:xfrm>
          <a:prstGeom prst="triangle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71743746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6" Type="http://schemas.openxmlformats.org/officeDocument/2006/relationships/theme" Target="../theme/theme1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097280" y="286603"/>
            <a:ext cx="10058400" cy="1450757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97280" y="2108201"/>
            <a:ext cx="10058400" cy="3760891"/>
          </a:xfrm>
          <a:prstGeom prst="rect">
            <a:avLst/>
          </a:prstGeom>
        </p:spPr>
        <p:txBody>
          <a:bodyPr vert="horz" lIns="0" tIns="45720" rIns="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218426" y="6446838"/>
            <a:ext cx="258485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rgbClr val="FFFFFF"/>
                </a:solidFill>
              </a:defRPr>
            </a:lvl1pPr>
          </a:lstStyle>
          <a:p>
            <a:fld id="{62D6E202-B606-4609-B914-27C9371A1F6D}" type="datetime1">
              <a:rPr lang="en-US" smtClean="0"/>
              <a:t>12/3/2025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1097279" y="6446838"/>
            <a:ext cx="6818262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 cap="all" baseline="0">
                <a:solidFill>
                  <a:srgbClr val="FFFFFF"/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993582" y="6446838"/>
            <a:ext cx="78001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50">
                <a:solidFill>
                  <a:srgbClr val="FFFFFF"/>
                </a:solidFill>
              </a:defRPr>
            </a:lvl1pPr>
          </a:lstStyle>
          <a:p>
            <a:fld id="{3A98EE3D-8CD1-4C3F-BD1C-C98C9596463C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36331509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64" r:id="rId1"/>
    <p:sldLayoutId id="2147483785" r:id="rId2"/>
    <p:sldLayoutId id="2147483783" r:id="rId3"/>
    <p:sldLayoutId id="2147483765" r:id="rId4"/>
    <p:sldLayoutId id="2147483787" r:id="rId5"/>
    <p:sldLayoutId id="2147483784" r:id="rId6"/>
    <p:sldLayoutId id="2147483786" r:id="rId7"/>
    <p:sldLayoutId id="2147483774" r:id="rId8"/>
    <p:sldLayoutId id="2147483781" r:id="rId9"/>
    <p:sldLayoutId id="2147483779" r:id="rId10"/>
    <p:sldLayoutId id="2147483780" r:id="rId11"/>
    <p:sldLayoutId id="2147483778" r:id="rId12"/>
    <p:sldLayoutId id="2147483777" r:id="rId13"/>
    <p:sldLayoutId id="2147483776" r:id="rId14"/>
    <p:sldLayoutId id="2147483782" r:id="rId15"/>
  </p:sldLayoutIdLst>
  <p:hf sldNum="0"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800" kern="1200" spc="-50" baseline="0">
          <a:solidFill>
            <a:schemeClr val="tx1">
              <a:lumMod val="75000"/>
              <a:lumOff val="25000"/>
            </a:schemeClr>
          </a:solidFill>
          <a:latin typeface="+mj-lt"/>
          <a:ea typeface="+mj-ea"/>
          <a:cs typeface="+mj-cs"/>
        </a:defRPr>
      </a:lvl1pPr>
    </p:titleStyle>
    <p:bodyStyle>
      <a:lvl1pPr marL="91440" indent="-91440" algn="l" defTabSz="914400" rtl="0" eaLnBrk="1" latinLnBrk="0" hangingPunct="1">
        <a:lnSpc>
          <a:spcPct val="100000"/>
        </a:lnSpc>
        <a:spcBef>
          <a:spcPts val="1200"/>
        </a:spcBef>
        <a:spcAft>
          <a:spcPts val="200"/>
        </a:spcAft>
        <a:buClr>
          <a:schemeClr val="accent1"/>
        </a:buClr>
        <a:buSzPct val="100000"/>
        <a:buFont typeface="Calibri" panose="020F0502020204030204" pitchFamily="34" charset="0"/>
        <a:buChar char=" "/>
        <a:defRPr sz="20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1pPr>
      <a:lvl2pPr marL="384048" indent="-182880" algn="l" defTabSz="914400" rtl="0" eaLnBrk="1" latinLnBrk="0" hangingPunct="1">
        <a:lnSpc>
          <a:spcPct val="100000"/>
        </a:lnSpc>
        <a:spcBef>
          <a:spcPts val="200"/>
        </a:spcBef>
        <a:spcAft>
          <a:spcPts val="400"/>
        </a:spcAft>
        <a:buClrTx/>
        <a:buFont typeface="Calibri" pitchFamily="34" charset="0"/>
        <a:buChar char="◦"/>
        <a:defRPr sz="18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2pPr>
      <a:lvl3pPr marL="566928" indent="-182880" algn="l" defTabSz="914400" rtl="0" eaLnBrk="1" latinLnBrk="0" hangingPunct="1">
        <a:lnSpc>
          <a:spcPct val="100000"/>
        </a:lnSpc>
        <a:spcBef>
          <a:spcPts val="200"/>
        </a:spcBef>
        <a:spcAft>
          <a:spcPts val="400"/>
        </a:spcAft>
        <a:buClrTx/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3pPr>
      <a:lvl4pPr marL="749808" indent="-182880" algn="l" defTabSz="914400" rtl="0" eaLnBrk="1" latinLnBrk="0" hangingPunct="1">
        <a:lnSpc>
          <a:spcPct val="100000"/>
        </a:lnSpc>
        <a:spcBef>
          <a:spcPts val="200"/>
        </a:spcBef>
        <a:spcAft>
          <a:spcPts val="400"/>
        </a:spcAft>
        <a:buClrTx/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4pPr>
      <a:lvl5pPr marL="932688" indent="-182880" algn="l" defTabSz="914400" rtl="0" eaLnBrk="1" latinLnBrk="0" hangingPunct="1">
        <a:lnSpc>
          <a:spcPct val="100000"/>
        </a:lnSpc>
        <a:spcBef>
          <a:spcPts val="200"/>
        </a:spcBef>
        <a:spcAft>
          <a:spcPts val="400"/>
        </a:spcAft>
        <a:buClrTx/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5pPr>
      <a:lvl6pPr marL="11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6pPr>
      <a:lvl7pPr marL="13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7pPr>
      <a:lvl8pPr marL="15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8pPr>
      <a:lvl9pPr marL="17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0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5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14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1.xml"/><Relationship Id="rId2" Type="http://schemas.openxmlformats.org/officeDocument/2006/relationships/diagramData" Target="../diagrams/data1.xml"/><Relationship Id="rId1" Type="http://schemas.openxmlformats.org/officeDocument/2006/relationships/slideLayout" Target="../slideLayouts/slideLayout4.xml"/><Relationship Id="rId6" Type="http://schemas.microsoft.com/office/2007/relationships/diagramDrawing" Target="../diagrams/drawing1.xml"/><Relationship Id="rId5" Type="http://schemas.openxmlformats.org/officeDocument/2006/relationships/diagramColors" Target="../diagrams/colors1.xml"/><Relationship Id="rId4" Type="http://schemas.openxmlformats.org/officeDocument/2006/relationships/diagramQuickStyle" Target="../diagrams/quickStyle1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jp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4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jpg"/><Relationship Id="rId2" Type="http://schemas.openxmlformats.org/officeDocument/2006/relationships/image" Target="../media/image8.jpg"/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6.xml.rels><?xml version="1.0" encoding="UTF-8" standalone="yes"?>
<Relationships xmlns="http://schemas.openxmlformats.org/package/2006/relationships"><Relationship Id="rId8" Type="http://schemas.openxmlformats.org/officeDocument/2006/relationships/hyperlink" Target="https://firebase.google.com/docs/firestore" TargetMode="External"/><Relationship Id="rId3" Type="http://schemas.openxmlformats.org/officeDocument/2006/relationships/hyperlink" Target="https://firebase.google.com/docs" TargetMode="External"/><Relationship Id="rId7" Type="http://schemas.openxmlformats.org/officeDocument/2006/relationships/hyperlink" Target="https://firebase.google.com/docs/auth" TargetMode="External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3.xml"/><Relationship Id="rId6" Type="http://schemas.openxmlformats.org/officeDocument/2006/relationships/hyperlink" Target="https://fonts.google.com/icons" TargetMode="External"/><Relationship Id="rId5" Type="http://schemas.openxmlformats.org/officeDocument/2006/relationships/hyperlink" Target="https://www.w3schools.com/" TargetMode="External"/><Relationship Id="rId4" Type="http://schemas.openxmlformats.org/officeDocument/2006/relationships/hyperlink" Target="https://developer.mozilla.org/" TargetMode="External"/><Relationship Id="rId9" Type="http://schemas.openxmlformats.org/officeDocument/2006/relationships/hyperlink" Target="https://firebase.google.com/docs/web/setup" TargetMode="Externa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>
            <a:extLst>
              <a:ext uri="{FF2B5EF4-FFF2-40B4-BE49-F238E27FC236}">
                <a16:creationId xmlns:a16="http://schemas.microsoft.com/office/drawing/2014/main" id="{1E7C09F3-1BE8-0445-A3C4-9C100D32B8D9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/>
              <a:t>Conference</a:t>
            </a:r>
            <a:br>
              <a:rPr lang="en-US" dirty="0"/>
            </a:br>
            <a:r>
              <a:rPr lang="en-US" dirty="0"/>
              <a:t>Presentation</a:t>
            </a:r>
          </a:p>
        </p:txBody>
      </p:sp>
      <p:sp>
        <p:nvSpPr>
          <p:cNvPr id="6" name="Subtitle 5">
            <a:extLst>
              <a:ext uri="{FF2B5EF4-FFF2-40B4-BE49-F238E27FC236}">
                <a16:creationId xmlns:a16="http://schemas.microsoft.com/office/drawing/2014/main" id="{C770EE27-FD77-894D-9D88-F5A548E1DCAF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dirty="0"/>
              <a:t>Presenter Name</a:t>
            </a:r>
          </a:p>
          <a:p>
            <a:r>
              <a:rPr lang="en-US" dirty="0"/>
              <a:t>Date</a:t>
            </a:r>
          </a:p>
          <a:p>
            <a:endParaRPr lang="en-US" dirty="0"/>
          </a:p>
        </p:txBody>
      </p:sp>
      <p:pic>
        <p:nvPicPr>
          <p:cNvPr id="16" name="Picture Placeholder 15" descr="people looking at floorplan">
            <a:extLst>
              <a:ext uri="{FF2B5EF4-FFF2-40B4-BE49-F238E27FC236}">
                <a16:creationId xmlns:a16="http://schemas.microsoft.com/office/drawing/2014/main" id="{DAC60D5D-D287-9B45-9F54-93A410AFF149}"/>
              </a:ext>
            </a:extLst>
          </p:cNvPr>
          <p:cNvPicPr>
            <a:picLocks noGrp="1" noChangeAspect="1"/>
          </p:cNvPicPr>
          <p:nvPr>
            <p:ph type="pic" sz="quarter" idx="13"/>
          </p:nvPr>
        </p:nvPicPr>
        <p:blipFill>
          <a:blip r:embed="rId2" cstate="screen">
            <a:grayscl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/>
      </p:pic>
      <p:pic>
        <p:nvPicPr>
          <p:cNvPr id="2" name="Picture 1">
            <a:extLst>
              <a:ext uri="{FF2B5EF4-FFF2-40B4-BE49-F238E27FC236}">
                <a16:creationId xmlns:a16="http://schemas.microsoft.com/office/drawing/2014/main" id="{CBA6D542-2CBF-486B-C438-607B816917E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" y="0"/>
            <a:ext cx="12191999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64110906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itle 8">
            <a:extLst>
              <a:ext uri="{FF2B5EF4-FFF2-40B4-BE49-F238E27FC236}">
                <a16:creationId xmlns:a16="http://schemas.microsoft.com/office/drawing/2014/main" id="{2D7F6A80-08DF-8645-A4CD-7D0B49A3BF7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963854" y="1061628"/>
            <a:ext cx="3844597" cy="735530"/>
          </a:xfrm>
        </p:spPr>
        <p:txBody>
          <a:bodyPr>
            <a:normAutofit fontScale="90000"/>
          </a:bodyPr>
          <a:lstStyle/>
          <a:p>
            <a:r>
              <a:rPr lang="en-US" b="1" dirty="0"/>
              <a:t>Introduction</a:t>
            </a:r>
          </a:p>
        </p:txBody>
      </p:sp>
      <p:sp>
        <p:nvSpPr>
          <p:cNvPr id="10" name="Content Placeholder 9">
            <a:extLst>
              <a:ext uri="{FF2B5EF4-FFF2-40B4-BE49-F238E27FC236}">
                <a16:creationId xmlns:a16="http://schemas.microsoft.com/office/drawing/2014/main" id="{5613A2D6-52A2-8C4D-985E-CB4BEE6B29B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075606" y="2361362"/>
            <a:ext cx="8044365" cy="3067245"/>
          </a:xfrm>
        </p:spPr>
        <p:txBody>
          <a:bodyPr>
            <a:normAutofit/>
          </a:bodyPr>
          <a:lstStyle/>
          <a:p>
            <a:r>
              <a:rPr lang="en-US" sz="2400" dirty="0"/>
              <a:t>Pet Companion is a smart pet management system designed to help users manage pet care effectively.</a:t>
            </a:r>
          </a:p>
          <a:p>
            <a:r>
              <a:rPr lang="en-US" sz="2400" dirty="0"/>
              <a:t>It simplifies pet monitoring through a dashboard, health tracking, and AI assistance.</a:t>
            </a:r>
          </a:p>
          <a:p>
            <a:r>
              <a:rPr lang="en-US" sz="2400" dirty="0"/>
              <a:t>The aim is to modernize traditional pet care using technology.</a:t>
            </a:r>
          </a:p>
          <a:p>
            <a:endParaRPr lang="en-US" sz="2400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2A999CFB-9F68-D0EB-A9B3-93CA660EE09A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527836" y="-427374"/>
            <a:ext cx="4673780" cy="4673780"/>
          </a:xfrm>
          <a:prstGeom prst="rect">
            <a:avLst/>
          </a:prstGeom>
          <a:effectLst>
            <a:glow rad="50800">
              <a:schemeClr val="bg2">
                <a:alpha val="64000"/>
              </a:schemeClr>
            </a:glow>
          </a:effectLst>
        </p:spPr>
      </p:pic>
    </p:spTree>
    <p:extLst>
      <p:ext uri="{BB962C8B-B14F-4D97-AF65-F5344CB8AC3E}">
        <p14:creationId xmlns:p14="http://schemas.microsoft.com/office/powerpoint/2010/main" val="307285950"/>
      </p:ext>
    </p:extLst>
  </p:cSld>
  <p:clrMapOvr>
    <a:masterClrMapping/>
  </p:clrMapOvr>
  <p:transition spd="slow">
    <p:push dir="u"/>
  </p:transition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786DAAE-C08D-46E3-A8CE-2D266D3974F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48226" y="1804221"/>
            <a:ext cx="11095548" cy="4316341"/>
          </a:xfrm>
        </p:spPr>
        <p:txBody>
          <a:bodyPr>
            <a:normAutofit fontScale="92500" lnSpcReduction="10000"/>
          </a:bodyPr>
          <a:lstStyle/>
          <a:p>
            <a:r>
              <a:rPr lang="en-US" b="1" dirty="0"/>
              <a:t>a. Mobile Pet Care Apps (e.g., Pet Desk, 11Pets)</a:t>
            </a:r>
          </a:p>
          <a:p>
            <a:r>
              <a:rPr lang="en-US" dirty="0"/>
              <a:t>These apps offer vaccination tracking, grooming reminders, and vet appointments.</a:t>
            </a:r>
            <a:br>
              <a:rPr lang="en-US" dirty="0"/>
            </a:br>
            <a:r>
              <a:rPr lang="en-US" dirty="0"/>
              <a:t>However, many users find them heavy with unnecessary features or require subscription payments.</a:t>
            </a:r>
          </a:p>
          <a:p>
            <a:r>
              <a:rPr lang="en-US" b="1" dirty="0"/>
              <a:t>b. Veterinary Clinic Management Systems</a:t>
            </a:r>
          </a:p>
          <a:p>
            <a:r>
              <a:rPr lang="en-US" dirty="0"/>
              <a:t>These systems focus more on clinic-side features like inventory, doctor scheduling, or billing.</a:t>
            </a:r>
            <a:br>
              <a:rPr lang="en-US" dirty="0"/>
            </a:br>
            <a:r>
              <a:rPr lang="en-US" dirty="0"/>
              <a:t>They are not suitable for personal use by pet owners.</a:t>
            </a:r>
          </a:p>
          <a:p>
            <a:r>
              <a:rPr lang="en-US" b="1" dirty="0"/>
              <a:t>c. Personal Digital Notes</a:t>
            </a:r>
          </a:p>
          <a:p>
            <a:r>
              <a:rPr lang="en-US" dirty="0"/>
              <a:t>Some pet owners use note apps or reminders on mobile.</a:t>
            </a:r>
            <a:br>
              <a:rPr lang="en-US" dirty="0"/>
            </a:br>
            <a:r>
              <a:rPr lang="en-US" dirty="0"/>
              <a:t>These lack structured data, images, automated categorization, and are difficult to maintain long term.</a:t>
            </a:r>
          </a:p>
          <a:p>
            <a:r>
              <a:rPr lang="en-US" b="1" dirty="0"/>
              <a:t>d. Web-based Pet Portals</a:t>
            </a:r>
          </a:p>
          <a:p>
            <a:r>
              <a:rPr lang="en-US" dirty="0"/>
              <a:t>Limited availability exists for basic portals, but most lack customization, simplicity, and modern UI/UX.</a:t>
            </a:r>
          </a:p>
          <a:p>
            <a:pPr marL="0" indent="0">
              <a:buNone/>
            </a:pPr>
            <a:endParaRPr lang="en-US" sz="2000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F2A115AC-F6DD-4765-9553-9296098AFAC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 anchor="ctr">
            <a:normAutofit/>
          </a:bodyPr>
          <a:lstStyle/>
          <a:p>
            <a:r>
              <a:rPr lang="en-US" sz="4000" b="1" dirty="0">
                <a:solidFill>
                  <a:srgbClr val="FFFEFF"/>
                </a:solidFill>
              </a:rPr>
              <a:t>Literature Survey</a:t>
            </a:r>
          </a:p>
        </p:txBody>
      </p:sp>
    </p:spTree>
    <p:extLst>
      <p:ext uri="{BB962C8B-B14F-4D97-AF65-F5344CB8AC3E}">
        <p14:creationId xmlns:p14="http://schemas.microsoft.com/office/powerpoint/2010/main" val="492756523"/>
      </p:ext>
    </p:extLst>
  </p:cSld>
  <p:clrMapOvr>
    <a:masterClrMapping/>
  </p:clrMapOvr>
  <p:transition spd="slow">
    <p:wipe/>
  </p:transition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Title 27">
            <a:extLst>
              <a:ext uri="{FF2B5EF4-FFF2-40B4-BE49-F238E27FC236}">
                <a16:creationId xmlns:a16="http://schemas.microsoft.com/office/drawing/2014/main" id="{4988F789-C14D-C841-BDEB-8ACF7737723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Requirements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F6C2E973-344A-32B4-E76A-57441AEA3171}"/>
              </a:ext>
            </a:extLst>
          </p:cNvPr>
          <p:cNvSpPr txBox="1"/>
          <p:nvPr/>
        </p:nvSpPr>
        <p:spPr>
          <a:xfrm>
            <a:off x="452284" y="874454"/>
            <a:ext cx="5289755" cy="59708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800" b="1" dirty="0"/>
              <a:t>Software Requirements</a:t>
            </a:r>
            <a:r>
              <a:rPr lang="en-IN" sz="2800" dirty="0"/>
              <a:t>:</a:t>
            </a:r>
          </a:p>
          <a:p>
            <a:r>
              <a:rPr lang="en-IN" sz="2800" dirty="0"/>
              <a:t>• VS Code, Chrome Browser, Windows, MacOS</a:t>
            </a:r>
          </a:p>
          <a:p>
            <a:endParaRPr lang="en-IN" sz="2800" dirty="0"/>
          </a:p>
          <a:p>
            <a:r>
              <a:rPr lang="en-IN" sz="2800" b="1" dirty="0"/>
              <a:t>Languages used:</a:t>
            </a:r>
          </a:p>
          <a:p>
            <a:r>
              <a:rPr lang="en-IN" sz="2800" dirty="0"/>
              <a:t>• HTML, CSS, JavaScript</a:t>
            </a:r>
          </a:p>
          <a:p>
            <a:endParaRPr lang="en-IN" sz="2800" dirty="0"/>
          </a:p>
          <a:p>
            <a:r>
              <a:rPr lang="en-US" sz="2800" b="1" dirty="0"/>
              <a:t>Hardware Requirements:</a:t>
            </a:r>
          </a:p>
          <a:p>
            <a:r>
              <a:rPr lang="en-US" sz="2800" dirty="0"/>
              <a:t>• Laptop/PC with Internet</a:t>
            </a:r>
          </a:p>
          <a:p>
            <a:r>
              <a:rPr lang="en-US" sz="2800" dirty="0"/>
              <a:t>• Minimum 4GB RAM</a:t>
            </a:r>
          </a:p>
          <a:p>
            <a:r>
              <a:rPr lang="en-US" sz="2800" dirty="0"/>
              <a:t>• Minimum 512 GB Storage</a:t>
            </a:r>
          </a:p>
          <a:p>
            <a:r>
              <a:rPr lang="en-US" sz="2800" dirty="0"/>
              <a:t>• Any GUI Supports</a:t>
            </a:r>
          </a:p>
          <a:p>
            <a:endParaRPr lang="en-IN" sz="2800" dirty="0"/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87123219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500">
        <p:split orient="vert"/>
      </p:transition>
    </mc:Choice>
    <mc:Fallback>
      <p:transition spd="slow">
        <p:split orient="vert"/>
      </p:transition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03EBD9F-B88A-DC40-9E37-35CE23CC3A6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50988" y="1954400"/>
            <a:ext cx="4393415" cy="3002359"/>
          </a:xfrm>
        </p:spPr>
        <p:txBody>
          <a:bodyPr/>
          <a:lstStyle/>
          <a:p>
            <a:r>
              <a:rPr lang="en-US" b="1" dirty="0"/>
              <a:t>System Design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6C90727C-5FA5-229F-1B76-4844796338D5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532934" y="0"/>
            <a:ext cx="5659066" cy="3536917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85A6ECBF-4ED5-AEE8-5F23-8A29502EED0A}"/>
              </a:ext>
            </a:extLst>
          </p:cNvPr>
          <p:cNvSpPr txBox="1"/>
          <p:nvPr/>
        </p:nvSpPr>
        <p:spPr>
          <a:xfrm>
            <a:off x="5201264" y="3709457"/>
            <a:ext cx="6862916" cy="267765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b="1" dirty="0"/>
              <a:t>Client-Side:</a:t>
            </a:r>
            <a:br>
              <a:rPr lang="en-US" sz="2800" dirty="0"/>
            </a:br>
            <a:r>
              <a:rPr lang="en-US" sz="2800" dirty="0"/>
              <a:t>HTML, CSS, JavaScript act as the interface.</a:t>
            </a:r>
          </a:p>
          <a:p>
            <a:endParaRPr lang="en-US" sz="2800" dirty="0"/>
          </a:p>
          <a:p>
            <a:r>
              <a:rPr lang="en-US" sz="2800" b="1" dirty="0"/>
              <a:t>Backend:</a:t>
            </a:r>
            <a:br>
              <a:rPr lang="en-US" sz="2800" dirty="0"/>
            </a:br>
            <a:r>
              <a:rPr lang="en-US" sz="2800" dirty="0"/>
              <a:t>Firebase Authentication &amp; Firestore Database.</a:t>
            </a:r>
          </a:p>
          <a:p>
            <a:endParaRPr lang="en-IN" sz="2800" dirty="0"/>
          </a:p>
        </p:txBody>
      </p:sp>
    </p:spTree>
    <p:extLst>
      <p:ext uri="{BB962C8B-B14F-4D97-AF65-F5344CB8AC3E}">
        <p14:creationId xmlns:p14="http://schemas.microsoft.com/office/powerpoint/2010/main" val="3594982849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3400">
        <p14:reveal/>
      </p:transition>
    </mc:Choice>
    <mc:Fallback>
      <p:transition spd="slow">
        <p:fade/>
      </p:transition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89FD03E-798E-4118-B7D4-3E85419647B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Flowchart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722D1666-FB29-A785-4271-790AE15C87C4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31172" b="26915"/>
          <a:stretch>
            <a:fillRect/>
          </a:stretch>
        </p:blipFill>
        <p:spPr>
          <a:xfrm>
            <a:off x="688258" y="1520126"/>
            <a:ext cx="7680223" cy="1976284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972583E7-00D9-EA03-539B-569030C1BB67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686085" y="3085646"/>
            <a:ext cx="4817657" cy="2930269"/>
          </a:xfrm>
          <a:prstGeom prst="rect">
            <a:avLst/>
          </a:prstGeom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FAD75CA6-0494-327A-9AFB-2EB7C36A608D}"/>
              </a:ext>
            </a:extLst>
          </p:cNvPr>
          <p:cNvSpPr txBox="1"/>
          <p:nvPr/>
        </p:nvSpPr>
        <p:spPr>
          <a:xfrm>
            <a:off x="550606" y="3846593"/>
            <a:ext cx="6371303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400" b="1" dirty="0"/>
              <a:t>Login → Add Pet → View Pet → Update Pet</a:t>
            </a:r>
          </a:p>
          <a:p>
            <a:r>
              <a:rPr lang="en-IN" sz="2400" b="1" dirty="0"/>
              <a:t>       → Delete Pet → Update Profile</a:t>
            </a:r>
          </a:p>
        </p:txBody>
      </p:sp>
    </p:spTree>
    <p:extLst>
      <p:ext uri="{BB962C8B-B14F-4D97-AF65-F5344CB8AC3E}">
        <p14:creationId xmlns:p14="http://schemas.microsoft.com/office/powerpoint/2010/main" val="3230876521"/>
      </p:ext>
    </p:extLst>
  </p:cSld>
  <p:clrMapOvr>
    <a:masterClrMapping/>
  </p:clrMapOvr>
  <mc:AlternateContent xmlns:mc="http://schemas.openxmlformats.org/markup-compatibility/2006">
    <mc:Choice xmlns:p15="http://schemas.microsoft.com/office/powerpoint/2012/main" Requires="p15">
      <p:transition xmlns:p14="http://schemas.microsoft.com/office/powerpoint/2010/main" spd="slow" p14:dur="1250">
        <p15:prstTrans prst="peelOff"/>
      </p:transition>
    </mc:Choice>
    <mc:Fallback>
      <p:transition spd="slow">
        <p:fade/>
      </p:transition>
    </mc:Fallback>
  </mc:AlternateContent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Content Placeholder 3" descr="Placeholder Timeline&#10;">
            <a:extLst>
              <a:ext uri="{FF2B5EF4-FFF2-40B4-BE49-F238E27FC236}">
                <a16:creationId xmlns:a16="http://schemas.microsoft.com/office/drawing/2014/main" id="{F71B10C4-D0A8-414E-9F4A-2CAD9414BC1A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765018601"/>
              </p:ext>
            </p:extLst>
          </p:nvPr>
        </p:nvGraphicFramePr>
        <p:xfrm>
          <a:off x="931863" y="2030413"/>
          <a:ext cx="10453687" cy="3933825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  <p:sp>
        <p:nvSpPr>
          <p:cNvPr id="2" name="Title 1">
            <a:extLst>
              <a:ext uri="{FF2B5EF4-FFF2-40B4-BE49-F238E27FC236}">
                <a16:creationId xmlns:a16="http://schemas.microsoft.com/office/drawing/2014/main" id="{B378B98D-A943-4557-A450-06FD1E297F9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Implementation</a:t>
            </a:r>
          </a:p>
        </p:txBody>
      </p:sp>
    </p:spTree>
    <p:extLst>
      <p:ext uri="{BB962C8B-B14F-4D97-AF65-F5344CB8AC3E}">
        <p14:creationId xmlns:p14="http://schemas.microsoft.com/office/powerpoint/2010/main" val="1706543715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>
        <p14:flash/>
      </p:transition>
    </mc:Choice>
    <mc:Fallback>
      <p:transition spd="slow">
        <p:fade/>
      </p:transition>
    </mc:Fallback>
  </mc:AlternateContent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D12556B-F5FB-4FD7-B7D7-CA0BCE6815F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37304" y="3000201"/>
            <a:ext cx="10452848" cy="1791071"/>
          </a:xfrm>
        </p:spPr>
        <p:txBody>
          <a:bodyPr>
            <a:noAutofit/>
          </a:bodyPr>
          <a:lstStyle/>
          <a:p>
            <a:pPr eaLnBrk="0" fontAlgn="base" hangingPunct="0">
              <a:lnSpc>
                <a:spcPct val="170000"/>
              </a:lnSpc>
              <a:spcBef>
                <a:spcPct val="0"/>
              </a:spcBef>
              <a:spcAft>
                <a:spcPct val="0"/>
              </a:spcAft>
              <a:buClrTx/>
              <a:buSzTx/>
            </a:pPr>
            <a:r>
              <a:rPr lang="en-US" altLang="en-US" sz="2400" dirty="0"/>
              <a:t>Implements secure user login &amp; signup using Firebase Authentication</a:t>
            </a:r>
          </a:p>
          <a:p>
            <a:pPr eaLnBrk="0" fontAlgn="base" hangingPunct="0">
              <a:lnSpc>
                <a:spcPct val="170000"/>
              </a:lnSpc>
              <a:spcBef>
                <a:spcPct val="0"/>
              </a:spcBef>
              <a:spcAft>
                <a:spcPct val="0"/>
              </a:spcAft>
              <a:buClrTx/>
              <a:buSzTx/>
            </a:pPr>
            <a:r>
              <a:rPr lang="en-US" altLang="en-US" sz="2400" dirty="0"/>
              <a:t>Firebase handles token generation, session management, and identity verification.</a:t>
            </a:r>
          </a:p>
          <a:p>
            <a:pPr eaLnBrk="0" fontAlgn="base" hangingPunct="0">
              <a:lnSpc>
                <a:spcPct val="170000"/>
              </a:lnSpc>
              <a:spcBef>
                <a:spcPct val="0"/>
              </a:spcBef>
              <a:spcAft>
                <a:spcPct val="0"/>
              </a:spcAft>
              <a:buClrTx/>
              <a:buSzTx/>
            </a:pPr>
            <a:r>
              <a:rPr lang="en-US" altLang="en-US" sz="2400" dirty="0"/>
              <a:t>Prevents unauthorized access to pet data and user dashboard.</a:t>
            </a:r>
          </a:p>
          <a:p>
            <a:pPr eaLnBrk="0" fontAlgn="base" hangingPunct="0">
              <a:lnSpc>
                <a:spcPct val="170000"/>
              </a:lnSpc>
              <a:spcBef>
                <a:spcPct val="0"/>
              </a:spcBef>
              <a:spcAft>
                <a:spcPct val="0"/>
              </a:spcAft>
              <a:buClrTx/>
              <a:buSzTx/>
            </a:pPr>
            <a:r>
              <a:rPr lang="en-US" altLang="en-US" sz="2400" dirty="0"/>
              <a:t>Provides error handling (invalid credentials, missing fields, weak password).</a:t>
            </a:r>
          </a:p>
          <a:p>
            <a:pPr eaLnBrk="0" fontAlgn="base" hangingPunct="0">
              <a:lnSpc>
                <a:spcPct val="170000"/>
              </a:lnSpc>
              <a:spcBef>
                <a:spcPct val="0"/>
              </a:spcBef>
              <a:spcAft>
                <a:spcPct val="0"/>
              </a:spcAft>
              <a:buClrTx/>
              <a:buSzTx/>
            </a:pPr>
            <a:r>
              <a:rPr lang="en-US" altLang="en-US" sz="2400" dirty="0"/>
              <a:t>Automatically redirects logged-in users to the dashboard.</a:t>
            </a:r>
          </a:p>
          <a:p>
            <a:pPr eaLnBrk="0" fontAlgn="base" hangingPunct="0">
              <a:lnSpc>
                <a:spcPct val="170000"/>
              </a:lnSpc>
              <a:spcBef>
                <a:spcPct val="0"/>
              </a:spcBef>
              <a:spcAft>
                <a:spcPct val="0"/>
              </a:spcAft>
              <a:buClrTx/>
              <a:buSzTx/>
            </a:pPr>
            <a:endParaRPr lang="en-US" altLang="en-US" sz="2400" dirty="0"/>
          </a:p>
          <a:p>
            <a:pPr eaLnBrk="0" fontAlgn="base" hangingPunct="0">
              <a:lnSpc>
                <a:spcPct val="170000"/>
              </a:lnSpc>
              <a:spcBef>
                <a:spcPct val="0"/>
              </a:spcBef>
              <a:spcAft>
                <a:spcPct val="0"/>
              </a:spcAft>
              <a:buClrTx/>
              <a:buSzTx/>
            </a:pPr>
            <a:endParaRPr lang="en-US" altLang="en-US" sz="2400" dirty="0"/>
          </a:p>
          <a:p>
            <a:pPr eaLnBrk="0" fontAlgn="base" hangingPunct="0">
              <a:lnSpc>
                <a:spcPct val="170000"/>
              </a:lnSpc>
              <a:spcBef>
                <a:spcPct val="0"/>
              </a:spcBef>
              <a:spcAft>
                <a:spcPct val="0"/>
              </a:spcAft>
              <a:buClrTx/>
              <a:buSzTx/>
            </a:pPr>
            <a:endParaRPr lang="en-US" altLang="en-US" sz="2400" dirty="0"/>
          </a:p>
          <a:p>
            <a:pPr>
              <a:lnSpc>
                <a:spcPct val="170000"/>
              </a:lnSpc>
            </a:pPr>
            <a:endParaRPr lang="en-US" sz="2400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D5C7A8ED-CA98-4644-AF2D-8C0F21F7EA3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60381" y="1181171"/>
            <a:ext cx="11731619" cy="910492"/>
          </a:xfrm>
        </p:spPr>
        <p:txBody>
          <a:bodyPr>
            <a:noAutofit/>
          </a:bodyPr>
          <a:lstStyle/>
          <a:p>
            <a:pPr lvl="0"/>
            <a:r>
              <a:rPr lang="en-US" sz="4000" dirty="0">
                <a:solidFill>
                  <a:schemeClr val="tx1"/>
                </a:solidFill>
              </a:rPr>
              <a:t>Module-1: Login System using Firebase Authentication</a:t>
            </a:r>
          </a:p>
        </p:txBody>
      </p:sp>
      <p:sp>
        <p:nvSpPr>
          <p:cNvPr id="9" name="Rectangle 4">
            <a:extLst>
              <a:ext uri="{FF2B5EF4-FFF2-40B4-BE49-F238E27FC236}">
                <a16:creationId xmlns:a16="http://schemas.microsoft.com/office/drawing/2014/main" id="{9490B673-7CAD-69B5-F645-FC197D57C778}"/>
              </a:ext>
            </a:extLst>
          </p:cNvPr>
          <p:cNvSpPr>
            <a:spLocks noChangeArrowheads="1"/>
          </p:cNvSpPr>
          <p:nvPr/>
        </p:nvSpPr>
        <p:spPr bwMode="auto">
          <a:xfrm>
            <a:off x="391555" y="2091663"/>
            <a:ext cx="6977744" cy="64633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</a:rPr>
              <a:t>Provides error handling (invalid credentials, missing fields, weak password).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</a:rPr>
              <a:t>Automatically redirects logged-in users to the dashboard.</a:t>
            </a:r>
          </a:p>
        </p:txBody>
      </p:sp>
    </p:spTree>
    <p:extLst>
      <p:ext uri="{BB962C8B-B14F-4D97-AF65-F5344CB8AC3E}">
        <p14:creationId xmlns:p14="http://schemas.microsoft.com/office/powerpoint/2010/main" val="1539608862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CD8BB5F1-6AC1-6246-1147-8A8E481FB72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sz="2800" dirty="0"/>
              <a:t>Store pet data in Firebase Firestore for real-time access.</a:t>
            </a:r>
          </a:p>
          <a:p>
            <a:r>
              <a:rPr lang="en-US" sz="2800" dirty="0"/>
              <a:t>Supports “Multiple Pet Profiles” — users can maintain more than one pet.</a:t>
            </a:r>
          </a:p>
          <a:p>
            <a:r>
              <a:rPr lang="en-US" sz="2800" dirty="0"/>
              <a:t>Includes edit and delete functionality to modify or remove pet records.</a:t>
            </a:r>
          </a:p>
          <a:p>
            <a:r>
              <a:rPr lang="en-US" sz="2800" dirty="0"/>
              <a:t>Pet profiles load dynamically for each logged-in user.</a:t>
            </a:r>
          </a:p>
          <a:p>
            <a:r>
              <a:rPr lang="en-US" sz="2800" dirty="0"/>
              <a:t>Allows users to add new pets with details like name, age, breed, gender.</a:t>
            </a:r>
            <a:endParaRPr lang="en-IN" sz="2800" dirty="0"/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052D3A49-A308-B85F-D170-7089A8788E8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/>
              <a:t>Module-2: Pet Selection &amp; Registration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184154967"/>
      </p:ext>
    </p:extLst>
  </p:cSld>
  <p:clrMapOvr>
    <a:masterClrMapping/>
  </p:clrMapOvr>
  <p:transition spd="slow">
    <p:wipe/>
  </p:transition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8EE251F-41B9-8524-AE32-A5CCBF72C18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Module-3: Dashboard Interface</a:t>
            </a:r>
            <a:endParaRPr lang="en-IN" dirty="0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9C17616C-9475-97C1-5F22-CD3A3AFDF132}"/>
              </a:ext>
            </a:extLst>
          </p:cNvPr>
          <p:cNvSpPr txBox="1"/>
          <p:nvPr/>
        </p:nvSpPr>
        <p:spPr>
          <a:xfrm>
            <a:off x="1002890" y="2025445"/>
            <a:ext cx="10284542" cy="310854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800" dirty="0"/>
              <a:t>Central hub where users can view all their registered pets.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800" dirty="0"/>
              <a:t>Displays pet summary cards with essential details and images. Smooth navigation to specific modules like food guide, grooming, or behavior tracking.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800" dirty="0"/>
              <a:t>Designed with a clean, modern UI for easy interaction.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800" dirty="0"/>
              <a:t>Fetches all user data dynamically from Firebase on load.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800" dirty="0"/>
              <a:t>Responsive layout for desktop and mobile screens.</a:t>
            </a:r>
            <a:endParaRPr lang="en-IN" sz="2800" dirty="0"/>
          </a:p>
        </p:txBody>
      </p:sp>
    </p:spTree>
    <p:extLst>
      <p:ext uri="{BB962C8B-B14F-4D97-AF65-F5344CB8AC3E}">
        <p14:creationId xmlns:p14="http://schemas.microsoft.com/office/powerpoint/2010/main" val="4264717805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500">
        <p:split orient="vert"/>
      </p:transition>
    </mc:Choice>
    <mc:Fallback>
      <p:transition spd="slow">
        <p:split orient="vert"/>
      </p:transition>
    </mc:Fallback>
  </mc:AlternateContent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1D70006E-F184-105E-60FC-B369BF7933D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50549" y="3001595"/>
            <a:ext cx="11307096" cy="3325662"/>
          </a:xfrm>
        </p:spPr>
        <p:txBody>
          <a:bodyPr>
            <a:normAutofit fontScale="92500" lnSpcReduction="20000"/>
          </a:bodyPr>
          <a:lstStyle/>
          <a:p>
            <a:r>
              <a:rPr lang="en-IN" dirty="0"/>
              <a:t>Food Guide:</a:t>
            </a:r>
          </a:p>
          <a:p>
            <a:pPr marL="0" indent="0">
              <a:buNone/>
            </a:pPr>
            <a:r>
              <a:rPr lang="en-IN" dirty="0"/>
              <a:t>Shows recommended foods based on age/breed.</a:t>
            </a:r>
          </a:p>
          <a:p>
            <a:pPr marL="0" indent="0">
              <a:buNone/>
            </a:pPr>
            <a:r>
              <a:rPr lang="en-IN" dirty="0"/>
              <a:t>Helps avoid harmful foods</a:t>
            </a:r>
          </a:p>
          <a:p>
            <a:r>
              <a:rPr lang="en-IN" dirty="0"/>
              <a:t>.Grooming Guide:</a:t>
            </a:r>
          </a:p>
          <a:p>
            <a:pPr marL="0" indent="0">
              <a:buNone/>
            </a:pPr>
            <a:r>
              <a:rPr lang="en-IN" dirty="0"/>
              <a:t>Suggests grooming routines, bathing frequency, coat care, etc.</a:t>
            </a:r>
          </a:p>
          <a:p>
            <a:r>
              <a:rPr lang="en-IN" dirty="0"/>
              <a:t>Behaviour Notes:</a:t>
            </a:r>
          </a:p>
          <a:p>
            <a:pPr marL="0" indent="0">
              <a:buNone/>
            </a:pPr>
            <a:r>
              <a:rPr lang="en-IN" dirty="0"/>
              <a:t>Allows users to store personal notes about pet habits, behaviour changes, aggression, or progress.</a:t>
            </a:r>
          </a:p>
          <a:p>
            <a:r>
              <a:rPr lang="en-IN" dirty="0"/>
              <a:t>Helps track daily patterns and behavioural improvements. Enhances user engagement beyond basic pet registration.</a:t>
            </a:r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0FA52D9E-2B4A-7EDB-255B-59C33D01F83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945052" y="1275026"/>
            <a:ext cx="10452849" cy="910492"/>
          </a:xfrm>
        </p:spPr>
        <p:txBody>
          <a:bodyPr/>
          <a:lstStyle/>
          <a:p>
            <a:r>
              <a:rPr lang="en-US" dirty="0">
                <a:solidFill>
                  <a:schemeClr val="tx1"/>
                </a:solidFill>
              </a:rPr>
              <a:t>Module-4: Interactive Features</a:t>
            </a:r>
            <a:endParaRPr lang="en-IN" dirty="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056392568"/>
      </p:ext>
    </p:extLst>
  </p:cSld>
  <p:clrMapOvr>
    <a:masterClrMapping/>
  </p:clrMapOvr>
  <p:transition spd="med">
    <p:pull/>
  </p:transition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B68CF00-1C05-ECA6-1AB0-6955DB1D254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/>
              <a:t>Module-5: Integrated AI Assistant</a:t>
            </a:r>
            <a:endParaRPr lang="en-IN" dirty="0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3148E701-A4BF-41FD-743B-5CB83E7633F0}"/>
              </a:ext>
            </a:extLst>
          </p:cNvPr>
          <p:cNvSpPr txBox="1"/>
          <p:nvPr/>
        </p:nvSpPr>
        <p:spPr>
          <a:xfrm>
            <a:off x="953729" y="2090172"/>
            <a:ext cx="10431449" cy="267765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sz="2800" dirty="0"/>
              <a:t>Acts as a virtual helper for pet owners.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sz="2800" dirty="0"/>
              <a:t>Can answer questions about pet care, diet, behaviour, health, and common problems.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sz="2800" dirty="0"/>
              <a:t>Provides instant guidance based on user input.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sz="2800" dirty="0"/>
              <a:t>Enhances the app’s functionality with smart assistance.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sz="2800" dirty="0"/>
              <a:t>Makes the system more interactive, modern, and user-friendly.</a:t>
            </a:r>
            <a:endParaRPr lang="en-IN" sz="2800" dirty="0"/>
          </a:p>
        </p:txBody>
      </p:sp>
    </p:spTree>
    <p:extLst>
      <p:ext uri="{BB962C8B-B14F-4D97-AF65-F5344CB8AC3E}">
        <p14:creationId xmlns:p14="http://schemas.microsoft.com/office/powerpoint/2010/main" val="749330694"/>
      </p:ext>
    </p:extLst>
  </p:cSld>
  <p:clrMapOvr>
    <a:masterClrMapping/>
  </p:clrMapOvr>
  <p:transition spd="slow">
    <p:cover/>
  </p:transition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5">
            <a:extLst>
              <a:ext uri="{FF2B5EF4-FFF2-40B4-BE49-F238E27FC236}">
                <a16:creationId xmlns:a16="http://schemas.microsoft.com/office/drawing/2014/main" id="{66CBFE42-DFD1-4945-A9A4-5544D38C9B7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Snapshots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3542846C-16D1-A363-AE0C-F843BBC7EEAD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361471" y="1120878"/>
            <a:ext cx="5506064" cy="536841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45680055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800">
        <p:circle/>
      </p:transition>
    </mc:Choice>
    <mc:Fallback>
      <p:transition spd="slow">
        <p:circle/>
      </p:transition>
    </mc:Fallback>
  </mc:AlternateContent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1744BFA-C940-5CF7-9F9E-69608BF5F7C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IN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A8A85F42-FE56-9487-0345-584D0D407FFF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90716" y="501445"/>
            <a:ext cx="5405284" cy="5810865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2A386FDA-2157-78EB-7D22-B209338FFE8F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096000" y="501446"/>
            <a:ext cx="5673213" cy="546282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47875907"/>
      </p:ext>
    </p:extLst>
  </p:cSld>
  <p:clrMapOvr>
    <a:masterClrMapping/>
  </p:clrMapOvr>
  <p:transition spd="slow">
    <p:wheel spokes="1"/>
  </p:transition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1F25EAE-3A37-43DE-9737-13DDF056BEA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61132" y="1533834"/>
            <a:ext cx="10669735" cy="3386453"/>
          </a:xfrm>
        </p:spPr>
        <p:txBody>
          <a:bodyPr>
            <a:noAutofit/>
          </a:bodyPr>
          <a:lstStyle/>
          <a:p>
            <a:pPr marL="0" indent="0">
              <a:buNone/>
            </a:pPr>
            <a:r>
              <a:rPr lang="en-US" sz="2100" dirty="0"/>
              <a:t>The Your Pet Companion project successfully demonstrates how modern web technologies can be used to build a practical, user-oriented application. The system provides a structured way for pet owners to organize and manage their pet details—from basic information to images and profile updates.</a:t>
            </a:r>
          </a:p>
          <a:p>
            <a:pPr marL="0" indent="0">
              <a:buNone/>
            </a:pPr>
            <a:r>
              <a:rPr lang="en-US" sz="2100" dirty="0"/>
              <a:t>Key achievements include:</a:t>
            </a:r>
          </a:p>
          <a:p>
            <a:r>
              <a:rPr lang="en-US" sz="2100" dirty="0"/>
              <a:t>Clean and intuitive user interface</a:t>
            </a:r>
          </a:p>
          <a:p>
            <a:r>
              <a:rPr lang="en-US" sz="2100" dirty="0"/>
              <a:t>Secure authentication</a:t>
            </a:r>
          </a:p>
          <a:p>
            <a:r>
              <a:rPr lang="en-US" sz="2100" dirty="0"/>
              <a:t>Efficient use of Firebase for real-time data handling</a:t>
            </a:r>
          </a:p>
          <a:p>
            <a:r>
              <a:rPr lang="en-US" sz="2100" dirty="0"/>
              <a:t>Easy pet &amp; user profile management</a:t>
            </a:r>
          </a:p>
          <a:p>
            <a:pPr marL="0" indent="0">
              <a:buNone/>
            </a:pPr>
            <a:r>
              <a:rPr lang="en-US" sz="2100" dirty="0"/>
              <a:t>This system can be extended in the future with features like reminders, medical history tracking, notifications, AI-based pet health suggestions, and integration with veterinary services.</a:t>
            </a: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0179C09C-6E20-48F6-AE6D-C893A0F33BE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16020" y="657754"/>
            <a:ext cx="4534616" cy="910492"/>
          </a:xfrm>
        </p:spPr>
        <p:txBody>
          <a:bodyPr/>
          <a:lstStyle/>
          <a:p>
            <a:r>
              <a:rPr lang="en-US" dirty="0"/>
              <a:t>Conclusion:</a:t>
            </a:r>
          </a:p>
        </p:txBody>
      </p:sp>
    </p:spTree>
    <p:extLst>
      <p:ext uri="{BB962C8B-B14F-4D97-AF65-F5344CB8AC3E}">
        <p14:creationId xmlns:p14="http://schemas.microsoft.com/office/powerpoint/2010/main" val="4050992712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600">
        <p14:prism isInverted="1"/>
      </p:transition>
    </mc:Choice>
    <mc:Fallback>
      <p:transition spd="slow">
        <p:fade/>
      </p:transition>
    </mc:Fallback>
  </mc:AlternateContent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14D9E47F-41E0-4FE3-891C-B53FBC82D7F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32330" y="893729"/>
            <a:ext cx="4534616" cy="910492"/>
          </a:xfrm>
        </p:spPr>
        <p:txBody>
          <a:bodyPr/>
          <a:lstStyle/>
          <a:p>
            <a:r>
              <a:rPr lang="en-US" dirty="0"/>
              <a:t>REFERENCE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23168893-00D0-7635-847E-4116D28C4ED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932329" y="1804221"/>
            <a:ext cx="9637348" cy="4160050"/>
          </a:xfrm>
        </p:spPr>
        <p:txBody>
          <a:bodyPr>
            <a:normAutofit/>
          </a:bodyPr>
          <a:lstStyle/>
          <a:p>
            <a:pPr lvl="0"/>
            <a:r>
              <a:rPr lang="en-IN" dirty="0"/>
              <a:t>Firebase Documentation. Available at: </a:t>
            </a:r>
            <a:r>
              <a:rPr lang="en-IN" u="sng" dirty="0">
                <a:hlinkClick r:id="rId3"/>
              </a:rPr>
              <a:t>https://firebase.google.com/docs</a:t>
            </a:r>
            <a:endParaRPr lang="en-IN" dirty="0"/>
          </a:p>
          <a:p>
            <a:r>
              <a:rPr lang="en-IN" dirty="0"/>
              <a:t>MDN Web Docs (Mozilla Developer Network). Available at: </a:t>
            </a:r>
            <a:r>
              <a:rPr lang="en-IN" u="sng" dirty="0">
                <a:hlinkClick r:id="rId4"/>
              </a:rPr>
              <a:t>https://developer.mozilla.org/</a:t>
            </a:r>
            <a:endParaRPr lang="en-IN" dirty="0"/>
          </a:p>
          <a:p>
            <a:r>
              <a:rPr lang="en-IN" dirty="0"/>
              <a:t>W3Schools – Web Development Tutorials. Available at: </a:t>
            </a:r>
            <a:r>
              <a:rPr lang="en-IN" u="sng" dirty="0">
                <a:hlinkClick r:id="rId5"/>
              </a:rPr>
              <a:t>https://www.w3schools.com/</a:t>
            </a:r>
            <a:endParaRPr lang="en-IN" dirty="0"/>
          </a:p>
          <a:p>
            <a:r>
              <a:rPr lang="en-IN" dirty="0"/>
              <a:t>Google Material Icons. Available at: </a:t>
            </a:r>
            <a:r>
              <a:rPr lang="en-IN" u="sng" dirty="0">
                <a:hlinkClick r:id="rId6"/>
              </a:rPr>
              <a:t>https://fonts.google.com/icons</a:t>
            </a:r>
            <a:endParaRPr lang="en-IN" dirty="0"/>
          </a:p>
          <a:p>
            <a:r>
              <a:rPr lang="en-IN" dirty="0"/>
              <a:t>Firebase Authentication API Reference. Available at: </a:t>
            </a:r>
            <a:r>
              <a:rPr lang="en-IN" u="sng" dirty="0">
                <a:hlinkClick r:id="rId7"/>
              </a:rPr>
              <a:t>https://firebase.google.com/docs/auth</a:t>
            </a:r>
            <a:endParaRPr lang="en-IN" dirty="0"/>
          </a:p>
          <a:p>
            <a:r>
              <a:rPr lang="en-IN" dirty="0"/>
              <a:t>Firebase Fire store Reference. Available at: </a:t>
            </a:r>
            <a:r>
              <a:rPr lang="en-IN" u="sng" dirty="0">
                <a:hlinkClick r:id="rId8"/>
              </a:rPr>
              <a:t>https://firebase.google.com/docs/firestore</a:t>
            </a:r>
            <a:endParaRPr lang="en-IN" dirty="0"/>
          </a:p>
          <a:p>
            <a:r>
              <a:rPr lang="en-IN" dirty="0"/>
              <a:t>Firebase Web Setup Guide. Available at: </a:t>
            </a:r>
            <a:r>
              <a:rPr lang="en-IN" u="sng" dirty="0">
                <a:hlinkClick r:id="rId9"/>
              </a:rPr>
              <a:t>https://firebase.google.com/docs/web/setup</a:t>
            </a:r>
            <a:endParaRPr lang="en-IN" dirty="0"/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642316358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500">
        <p14:window dir="vert"/>
      </p:transition>
    </mc:Choice>
    <mc:Fallback>
      <p:transition spd="slow">
        <p:fade/>
      </p:transition>
    </mc:Fallback>
  </mc:AlternateContent>
</p:sld>
</file>

<file path=ppt/theme/theme1.xml><?xml version="1.0" encoding="utf-8"?>
<a:theme xmlns:a="http://schemas.openxmlformats.org/drawingml/2006/main" name="RetrospectVTI">
  <a:themeElements>
    <a:clrScheme name="GOLD AND SILVER">
      <a:dk1>
        <a:srgbClr val="000000"/>
      </a:dk1>
      <a:lt1>
        <a:srgbClr val="FFFFFF"/>
      </a:lt1>
      <a:dk2>
        <a:srgbClr val="464646"/>
      </a:dk2>
      <a:lt2>
        <a:srgbClr val="FFFFFF"/>
      </a:lt2>
      <a:accent1>
        <a:srgbClr val="C4AE75"/>
      </a:accent1>
      <a:accent2>
        <a:srgbClr val="A9A9A9"/>
      </a:accent2>
      <a:accent3>
        <a:srgbClr val="5E5E5E"/>
      </a:accent3>
      <a:accent4>
        <a:srgbClr val="424242"/>
      </a:accent4>
      <a:accent5>
        <a:srgbClr val="212121"/>
      </a:accent5>
      <a:accent6>
        <a:srgbClr val="D5D5D5"/>
      </a:accent6>
      <a:hlink>
        <a:srgbClr val="C1AA73"/>
      </a:hlink>
      <a:folHlink>
        <a:srgbClr val="797979"/>
      </a:folHlink>
    </a:clrScheme>
    <a:fontScheme name="Garamond">
      <a:majorFont>
        <a:latin typeface="Garamond" panose="02020404030301010803"/>
        <a:ea typeface=""/>
        <a:cs typeface=""/>
        <a:font script="Jpan" typeface="ＭＳ Ｐゴシック"/>
        <a:font script="Hang" typeface="돋움"/>
        <a:font script="Hans" typeface="方正舒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ajorFont>
      <a:minorFont>
        <a:latin typeface="Garamond" panose="02020404030301010803"/>
        <a:ea typeface=""/>
        <a:cs typeface=""/>
        <a:font script="Jpan" typeface="ＭＳ Ｐゴシック"/>
        <a:font script="Hang" typeface="돋움"/>
        <a:font script="Hans" typeface="方正舒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Retrospect">
      <a:fillStyleLst>
        <a:solidFill>
          <a:schemeClr val="phClr"/>
        </a:solidFill>
        <a:gradFill rotWithShape="1">
          <a:gsLst>
            <a:gs pos="0">
              <a:schemeClr val="phClr">
                <a:tint val="65000"/>
                <a:shade val="92000"/>
                <a:satMod val="130000"/>
              </a:schemeClr>
            </a:gs>
            <a:gs pos="45000">
              <a:schemeClr val="phClr">
                <a:tint val="60000"/>
                <a:shade val="99000"/>
                <a:satMod val="120000"/>
              </a:schemeClr>
            </a:gs>
            <a:gs pos="100000">
              <a:schemeClr val="phClr">
                <a:tint val="55000"/>
                <a:satMod val="140000"/>
              </a:schemeClr>
            </a:gs>
          </a:gsLst>
          <a:path path="circle">
            <a:fillToRect l="100000" t="100000" r="100000" b="100000"/>
          </a:path>
        </a:gradFill>
        <a:gradFill rotWithShape="1">
          <a:gsLst>
            <a:gs pos="0">
              <a:schemeClr val="phClr">
                <a:shade val="85000"/>
                <a:satMod val="130000"/>
              </a:schemeClr>
            </a:gs>
            <a:gs pos="34000">
              <a:schemeClr val="phClr">
                <a:shade val="87000"/>
                <a:satMod val="125000"/>
              </a:schemeClr>
            </a:gs>
            <a:gs pos="70000">
              <a:schemeClr val="phClr">
                <a:tint val="100000"/>
                <a:shade val="90000"/>
                <a:satMod val="130000"/>
              </a:schemeClr>
            </a:gs>
            <a:gs pos="100000">
              <a:schemeClr val="phClr">
                <a:tint val="100000"/>
                <a:shade val="100000"/>
                <a:satMod val="110000"/>
              </a:schemeClr>
            </a:gs>
          </a:gsLst>
          <a:path path="circle">
            <a:fillToRect l="100000" t="100000" r="100000" b="100000"/>
          </a:path>
        </a:gradFill>
      </a:fillStyleLst>
      <a:lnStyleLst>
        <a:ln w="12700" cap="flat" cmpd="sng" algn="ctr">
          <a:solidFill>
            <a:schemeClr val="phClr"/>
          </a:solidFill>
          <a:prstDash val="solid"/>
        </a:ln>
        <a:ln w="15875" cap="flat" cmpd="sng" algn="ctr">
          <a:solidFill>
            <a:schemeClr val="phClr"/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2700000" algn="br" rotWithShape="0">
              <a:srgbClr val="000000">
                <a:alpha val="60000"/>
              </a:srgbClr>
            </a:outerShdw>
          </a:effectLst>
        </a:effectStyle>
        <a:effectStyle>
          <a:effectLst>
            <a:outerShdw blurRad="44450" dist="25400" dir="2700000" algn="br" rotWithShape="0">
              <a:srgbClr val="000000">
                <a:alpha val="60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9800000"/>
            </a:lightRig>
          </a:scene3d>
          <a:sp3d prstMaterial="flat">
            <a:bevelT w="25400" h="31750"/>
          </a:sp3d>
        </a:effectStyle>
      </a:effectStyleLst>
      <a:bgFillStyleLst>
        <a:solidFill>
          <a:schemeClr val="phClr"/>
        </a:solidFill>
        <a:solidFill>
          <a:schemeClr val="phClr">
            <a:tint val="90000"/>
            <a:shade val="97000"/>
            <a:satMod val="130000"/>
          </a:schemeClr>
        </a:solidFill>
        <a:gradFill rotWithShape="1">
          <a:gsLst>
            <a:gs pos="0">
              <a:schemeClr val="phClr">
                <a:tint val="96000"/>
                <a:shade val="99000"/>
                <a:satMod val="140000"/>
              </a:schemeClr>
            </a:gs>
            <a:gs pos="65000">
              <a:schemeClr val="phClr">
                <a:tint val="100000"/>
                <a:shade val="80000"/>
                <a:satMod val="130000"/>
              </a:schemeClr>
            </a:gs>
            <a:gs pos="100000">
              <a:schemeClr val="phClr">
                <a:tint val="100000"/>
                <a:shade val="48000"/>
                <a:satMod val="120000"/>
              </a:schemeClr>
            </a:gs>
          </a:gsLst>
          <a:lin ang="162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Conference" id="{B1388269-6A25-4F35-91BE-E59A597AB25F}" vid="{EA621A8F-389C-4766-B7E5-1B2B7E9ADDBF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Geometric conference presentation</Template>
  <TotalTime>172</TotalTime>
  <Words>886</Words>
  <Application>Microsoft Office PowerPoint</Application>
  <PresentationFormat>Widescreen</PresentationFormat>
  <Paragraphs>103</Paragraphs>
  <Slides>16</Slides>
  <Notes>2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16</vt:i4>
      </vt:variant>
    </vt:vector>
  </HeadingPairs>
  <TitlesOfParts>
    <vt:vector size="20" baseType="lpstr">
      <vt:lpstr>Arial</vt:lpstr>
      <vt:lpstr>Calibri</vt:lpstr>
      <vt:lpstr>Garamond</vt:lpstr>
      <vt:lpstr>RetrospectVTI</vt:lpstr>
      <vt:lpstr>Conference Presentation</vt:lpstr>
      <vt:lpstr>Introduction</vt:lpstr>
      <vt:lpstr>Literature Survey</vt:lpstr>
      <vt:lpstr>Requirements</vt:lpstr>
      <vt:lpstr>System Design</vt:lpstr>
      <vt:lpstr>Flowchart</vt:lpstr>
      <vt:lpstr>Implementation</vt:lpstr>
      <vt:lpstr>Module-1: Login System using Firebase Authentication</vt:lpstr>
      <vt:lpstr>Module-2: Pet Selection &amp; Registration</vt:lpstr>
      <vt:lpstr>Module-3: Dashboard Interface</vt:lpstr>
      <vt:lpstr>Module-4: Interactive Features</vt:lpstr>
      <vt:lpstr>Module-5: Integrated AI Assistant</vt:lpstr>
      <vt:lpstr>Snapshots</vt:lpstr>
      <vt:lpstr>PowerPoint Presentation</vt:lpstr>
      <vt:lpstr>Conclusion:</vt:lpstr>
      <vt:lpstr>REFERENCE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Monish Kumar</dc:creator>
  <cp:lastModifiedBy>Monish Kumar</cp:lastModifiedBy>
  <cp:revision>1</cp:revision>
  <dcterms:created xsi:type="dcterms:W3CDTF">2025-11-25T21:14:47Z</dcterms:created>
  <dcterms:modified xsi:type="dcterms:W3CDTF">2025-12-03T16:08:47Z</dcterms:modified>
</cp:coreProperties>
</file>